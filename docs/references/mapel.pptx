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8" r:id="rId2"/>
    <p:sldId id="259" r:id="rId3"/>
    <p:sldId id="260" r:id="rId4"/>
    <p:sldId id="263" r:id="rId5"/>
    <p:sldId id="264" r:id="rId6"/>
    <p:sldId id="265" r:id="rId7"/>
    <p:sldId id="266" r:id="rId8"/>
    <p:sldId id="267" r:id="rId9"/>
    <p:sldId id="268" r:id="rId10"/>
    <p:sldId id="272" r:id="rId11"/>
    <p:sldId id="273" r:id="rId12"/>
    <p:sldId id="274" r:id="rId13"/>
  </p:sldIdLst>
  <p:sldSz cx="9144000" cy="5143500" type="screen16x9"/>
  <p:notesSz cx="6858000" cy="9144000"/>
  <p:embeddedFontLst>
    <p:embeddedFont>
      <p:font typeface="Bell MT" panose="02020503060305020303" pitchFamily="18" charset="0"/>
      <p:regular r:id="rId15"/>
      <p:bold r:id="rId16"/>
      <p:italic r:id="rId17"/>
      <p:boldItalic r:id="rId18"/>
    </p:embeddedFont>
    <p:embeddedFont>
      <p:font typeface="Cambria" panose="02040503050406030204" pitchFamily="18" charset="0"/>
      <p:regular r:id="rId19"/>
      <p:bold r:id="rId20"/>
      <p:italic r:id="rId21"/>
      <p:boldItalic r:id="rId22"/>
    </p:embeddedFont>
    <p:embeddedFont>
      <p:font typeface="Garamond" panose="02020404030301010803" pitchFamily="18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82" roundtripDataSignature="AMtx7mgVURIXVHF/qO5CsahGeAqxffKIW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25A4BE7-0E77-44D3-8D6A-A5CA2DF07138}">
  <a:tblStyle styleId="{F25A4BE7-0E77-44D3-8D6A-A5CA2DF07138}" styleName="Table_0">
    <a:wholeTbl>
      <a:tcTxStyle b="off" i="off">
        <a:font>
          <a:latin typeface="Garamond"/>
          <a:ea typeface="Garamond"/>
          <a:cs typeface="Garamond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CEFE7"/>
          </a:solidFill>
        </a:fill>
      </a:tcStyle>
    </a:wholeTbl>
    <a:band1H>
      <a:tcTxStyle/>
      <a:tcStyle>
        <a:tcBdr/>
        <a:fill>
          <a:solidFill>
            <a:srgbClr val="D8DDCB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8DDCB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Garamond"/>
          <a:ea typeface="Garamond"/>
          <a:cs typeface="Garamond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Garamond"/>
          <a:ea typeface="Garamond"/>
          <a:cs typeface="Garamond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Garamond"/>
          <a:ea typeface="Garamond"/>
          <a:cs typeface="Garamond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Garamond"/>
          <a:ea typeface="Garamond"/>
          <a:cs typeface="Garamond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1" d="100"/>
          <a:sy n="141" d="100"/>
        </p:scale>
        <p:origin x="74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85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8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83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82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86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0" name="Google Shape;19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6" name="Google Shape;19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3" name="Google Shape;20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9" name="Google Shape;279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5" name="Google Shape;285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2" name="Google Shape;292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5"/>
          <p:cNvSpPr txBox="1">
            <a:spLocks noGrp="1"/>
          </p:cNvSpPr>
          <p:nvPr>
            <p:ph type="title"/>
          </p:nvPr>
        </p:nvSpPr>
        <p:spPr>
          <a:xfrm>
            <a:off x="478950" y="1922950"/>
            <a:ext cx="4860000" cy="8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Garamond"/>
              <a:buNone/>
              <a:defRPr sz="6000"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0" name="Google Shape;30;p55"/>
          <p:cNvSpPr txBox="1">
            <a:spLocks noGrp="1"/>
          </p:cNvSpPr>
          <p:nvPr>
            <p:ph type="subTitle" idx="1"/>
          </p:nvPr>
        </p:nvSpPr>
        <p:spPr>
          <a:xfrm>
            <a:off x="479050" y="2757125"/>
            <a:ext cx="4860000" cy="4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Kosong" type="blank">
  <p:cSld name="BLANK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6"/>
          <p:cNvSpPr txBox="1">
            <a:spLocks noGrp="1"/>
          </p:cNvSpPr>
          <p:nvPr>
            <p:ph type="dt" idx="10"/>
          </p:nvPr>
        </p:nvSpPr>
        <p:spPr>
          <a:xfrm>
            <a:off x="6508126" y="4476750"/>
            <a:ext cx="12001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6"/>
          <p:cNvSpPr txBox="1">
            <a:spLocks noGrp="1"/>
          </p:cNvSpPr>
          <p:nvPr>
            <p:ph type="ftr" idx="11"/>
          </p:nvPr>
        </p:nvSpPr>
        <p:spPr>
          <a:xfrm>
            <a:off x="971551" y="4476750"/>
            <a:ext cx="5479425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6"/>
          <p:cNvSpPr txBox="1">
            <a:spLocks noGrp="1"/>
          </p:cNvSpPr>
          <p:nvPr>
            <p:ph type="sldNum" idx="12"/>
          </p:nvPr>
        </p:nvSpPr>
        <p:spPr>
          <a:xfrm>
            <a:off x="7765426" y="4476750"/>
            <a:ext cx="407023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er Bagian" type="secHead">
  <p:cSld name="SECTION_HEADER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62"/>
          <p:cNvSpPr txBox="1">
            <a:spLocks noGrp="1"/>
          </p:cNvSpPr>
          <p:nvPr>
            <p:ph type="title"/>
          </p:nvPr>
        </p:nvSpPr>
        <p:spPr>
          <a:xfrm>
            <a:off x="1511302" y="1314454"/>
            <a:ext cx="6119016" cy="1366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300"/>
              <a:buFont typeface="Garamond"/>
              <a:buNone/>
              <a:defRPr sz="33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62"/>
          <p:cNvSpPr txBox="1">
            <a:spLocks noGrp="1"/>
          </p:cNvSpPr>
          <p:nvPr>
            <p:ph type="body" idx="1"/>
          </p:nvPr>
        </p:nvSpPr>
        <p:spPr>
          <a:xfrm>
            <a:off x="1511300" y="2884539"/>
            <a:ext cx="6119018" cy="715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spcBef>
                <a:spcPts val="360"/>
              </a:spcBef>
              <a:spcAft>
                <a:spcPts val="0"/>
              </a:spcAft>
              <a:buSzPts val="2070"/>
              <a:buNone/>
              <a:defRPr sz="1800">
                <a:solidFill>
                  <a:schemeClr val="dk1"/>
                </a:solidFill>
              </a:defRPr>
            </a:lvl1pPr>
            <a:lvl2pPr marL="914400" lvl="1" indent="-228600" algn="l">
              <a:spcBef>
                <a:spcPts val="450"/>
              </a:spcBef>
              <a:spcAft>
                <a:spcPts val="0"/>
              </a:spcAft>
              <a:buSzPts val="1553"/>
              <a:buNone/>
              <a:defRPr sz="135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450"/>
              </a:spcBef>
              <a:spcAft>
                <a:spcPts val="0"/>
              </a:spcAft>
              <a:buSzPts val="138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450"/>
              </a:spcBef>
              <a:spcAft>
                <a:spcPts val="0"/>
              </a:spcAft>
              <a:buSzPts val="1208"/>
              <a:buNone/>
              <a:defRPr sz="105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450"/>
              </a:spcBef>
              <a:spcAft>
                <a:spcPts val="0"/>
              </a:spcAft>
              <a:buSzPts val="1208"/>
              <a:buNone/>
              <a:defRPr sz="105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450"/>
              </a:spcBef>
              <a:spcAft>
                <a:spcPts val="0"/>
              </a:spcAft>
              <a:buSzPts val="1208"/>
              <a:buNone/>
              <a:defRPr sz="105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450"/>
              </a:spcBef>
              <a:spcAft>
                <a:spcPts val="0"/>
              </a:spcAft>
              <a:buSzPts val="1208"/>
              <a:buNone/>
              <a:defRPr sz="105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450"/>
              </a:spcBef>
              <a:spcAft>
                <a:spcPts val="0"/>
              </a:spcAft>
              <a:buSzPts val="1208"/>
              <a:buNone/>
              <a:defRPr sz="105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450"/>
              </a:spcBef>
              <a:spcAft>
                <a:spcPts val="450"/>
              </a:spcAft>
              <a:buSzPts val="1208"/>
              <a:buNone/>
              <a:defRPr sz="105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72" name="Google Shape;72;p62"/>
          <p:cNvSpPr txBox="1">
            <a:spLocks noGrp="1"/>
          </p:cNvSpPr>
          <p:nvPr>
            <p:ph type="dt" idx="10"/>
          </p:nvPr>
        </p:nvSpPr>
        <p:spPr>
          <a:xfrm>
            <a:off x="6508126" y="4476750"/>
            <a:ext cx="12001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62"/>
          <p:cNvSpPr txBox="1">
            <a:spLocks noGrp="1"/>
          </p:cNvSpPr>
          <p:nvPr>
            <p:ph type="ftr" idx="11"/>
          </p:nvPr>
        </p:nvSpPr>
        <p:spPr>
          <a:xfrm>
            <a:off x="971551" y="4476750"/>
            <a:ext cx="5479425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62"/>
          <p:cNvSpPr txBox="1">
            <a:spLocks noGrp="1"/>
          </p:cNvSpPr>
          <p:nvPr>
            <p:ph type="sldNum" idx="12"/>
          </p:nvPr>
        </p:nvSpPr>
        <p:spPr>
          <a:xfrm>
            <a:off x="7765426" y="4476750"/>
            <a:ext cx="407023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75" name="Google Shape;75;p62"/>
          <p:cNvCxnSpPr/>
          <p:nvPr/>
        </p:nvCxnSpPr>
        <p:spPr>
          <a:xfrm>
            <a:off x="1509542" y="2782939"/>
            <a:ext cx="6122535" cy="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ua Konten" type="twoObj">
  <p:cSld name="TWO_OBJECTS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7" name="Google Shape;77;p63"/>
          <p:cNvCxnSpPr/>
          <p:nvPr/>
        </p:nvCxnSpPr>
        <p:spPr>
          <a:xfrm>
            <a:off x="1047127" y="1816100"/>
            <a:ext cx="7055474" cy="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8" name="Google Shape;78;p63"/>
          <p:cNvSpPr txBox="1">
            <a:spLocks noGrp="1"/>
          </p:cNvSpPr>
          <p:nvPr>
            <p:ph type="title"/>
          </p:nvPr>
        </p:nvSpPr>
        <p:spPr>
          <a:xfrm>
            <a:off x="971552" y="736600"/>
            <a:ext cx="7200897" cy="9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63"/>
          <p:cNvSpPr txBox="1">
            <a:spLocks noGrp="1"/>
          </p:cNvSpPr>
          <p:nvPr>
            <p:ph type="body" idx="1"/>
          </p:nvPr>
        </p:nvSpPr>
        <p:spPr>
          <a:xfrm>
            <a:off x="973836" y="1920240"/>
            <a:ext cx="3538728" cy="2482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0045" algn="l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marL="914400" lvl="1" indent="-360044" algn="l">
              <a:spcBef>
                <a:spcPts val="450"/>
              </a:spcBef>
              <a:spcAft>
                <a:spcPts val="0"/>
              </a:spcAft>
              <a:buSzPts val="2070"/>
              <a:buChar char="•"/>
              <a:defRPr/>
            </a:lvl2pPr>
            <a:lvl3pPr marL="1371600" lvl="2" indent="-360044" algn="l">
              <a:spcBef>
                <a:spcPts val="450"/>
              </a:spcBef>
              <a:spcAft>
                <a:spcPts val="0"/>
              </a:spcAft>
              <a:buSzPts val="2070"/>
              <a:buChar char="•"/>
              <a:defRPr/>
            </a:lvl3pPr>
            <a:lvl4pPr marL="1828800" lvl="3" indent="-360044" algn="l">
              <a:spcBef>
                <a:spcPts val="450"/>
              </a:spcBef>
              <a:spcAft>
                <a:spcPts val="0"/>
              </a:spcAft>
              <a:buSzPts val="2070"/>
              <a:buChar char="•"/>
              <a:defRPr/>
            </a:lvl4pPr>
            <a:lvl5pPr marL="2286000" lvl="4" indent="-360045" algn="l">
              <a:spcBef>
                <a:spcPts val="450"/>
              </a:spcBef>
              <a:spcAft>
                <a:spcPts val="0"/>
              </a:spcAft>
              <a:buSzPts val="2070"/>
              <a:buChar char="•"/>
              <a:defRPr/>
            </a:lvl5pPr>
            <a:lvl6pPr marL="2743200" lvl="5" indent="-360045" algn="l">
              <a:spcBef>
                <a:spcPts val="450"/>
              </a:spcBef>
              <a:spcAft>
                <a:spcPts val="0"/>
              </a:spcAft>
              <a:buSzPts val="2070"/>
              <a:buChar char="•"/>
              <a:defRPr/>
            </a:lvl6pPr>
            <a:lvl7pPr marL="3200400" lvl="6" indent="-360045" algn="l">
              <a:spcBef>
                <a:spcPts val="450"/>
              </a:spcBef>
              <a:spcAft>
                <a:spcPts val="0"/>
              </a:spcAft>
              <a:buSzPts val="2070"/>
              <a:buChar char="•"/>
              <a:defRPr/>
            </a:lvl7pPr>
            <a:lvl8pPr marL="3657600" lvl="7" indent="-360045" algn="l">
              <a:spcBef>
                <a:spcPts val="450"/>
              </a:spcBef>
              <a:spcAft>
                <a:spcPts val="0"/>
              </a:spcAft>
              <a:buSzPts val="2070"/>
              <a:buChar char="•"/>
              <a:defRPr/>
            </a:lvl8pPr>
            <a:lvl9pPr marL="4114800" lvl="8" indent="-360045" algn="l">
              <a:spcBef>
                <a:spcPts val="450"/>
              </a:spcBef>
              <a:spcAft>
                <a:spcPts val="450"/>
              </a:spcAft>
              <a:buSzPts val="207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63"/>
          <p:cNvSpPr txBox="1">
            <a:spLocks noGrp="1"/>
          </p:cNvSpPr>
          <p:nvPr>
            <p:ph type="body" idx="2"/>
          </p:nvPr>
        </p:nvSpPr>
        <p:spPr>
          <a:xfrm>
            <a:off x="4636008" y="1920240"/>
            <a:ext cx="3538728" cy="2482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0045" algn="l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marL="914400" lvl="1" indent="-360044" algn="l">
              <a:spcBef>
                <a:spcPts val="450"/>
              </a:spcBef>
              <a:spcAft>
                <a:spcPts val="0"/>
              </a:spcAft>
              <a:buSzPts val="2070"/>
              <a:buChar char="•"/>
              <a:defRPr/>
            </a:lvl2pPr>
            <a:lvl3pPr marL="1371600" lvl="2" indent="-360044" algn="l">
              <a:spcBef>
                <a:spcPts val="450"/>
              </a:spcBef>
              <a:spcAft>
                <a:spcPts val="0"/>
              </a:spcAft>
              <a:buSzPts val="2070"/>
              <a:buChar char="•"/>
              <a:defRPr/>
            </a:lvl3pPr>
            <a:lvl4pPr marL="1828800" lvl="3" indent="-360044" algn="l">
              <a:spcBef>
                <a:spcPts val="450"/>
              </a:spcBef>
              <a:spcAft>
                <a:spcPts val="0"/>
              </a:spcAft>
              <a:buSzPts val="2070"/>
              <a:buChar char="•"/>
              <a:defRPr/>
            </a:lvl4pPr>
            <a:lvl5pPr marL="2286000" lvl="4" indent="-360045" algn="l">
              <a:spcBef>
                <a:spcPts val="450"/>
              </a:spcBef>
              <a:spcAft>
                <a:spcPts val="0"/>
              </a:spcAft>
              <a:buSzPts val="2070"/>
              <a:buChar char="•"/>
              <a:defRPr/>
            </a:lvl5pPr>
            <a:lvl6pPr marL="2743200" lvl="5" indent="-360045" algn="l">
              <a:spcBef>
                <a:spcPts val="450"/>
              </a:spcBef>
              <a:spcAft>
                <a:spcPts val="0"/>
              </a:spcAft>
              <a:buSzPts val="2070"/>
              <a:buChar char="•"/>
              <a:defRPr/>
            </a:lvl6pPr>
            <a:lvl7pPr marL="3200400" lvl="6" indent="-360045" algn="l">
              <a:spcBef>
                <a:spcPts val="450"/>
              </a:spcBef>
              <a:spcAft>
                <a:spcPts val="0"/>
              </a:spcAft>
              <a:buSzPts val="2070"/>
              <a:buChar char="•"/>
              <a:defRPr/>
            </a:lvl7pPr>
            <a:lvl8pPr marL="3657600" lvl="7" indent="-360045" algn="l">
              <a:spcBef>
                <a:spcPts val="450"/>
              </a:spcBef>
              <a:spcAft>
                <a:spcPts val="0"/>
              </a:spcAft>
              <a:buSzPts val="2070"/>
              <a:buChar char="•"/>
              <a:defRPr/>
            </a:lvl8pPr>
            <a:lvl9pPr marL="4114800" lvl="8" indent="-360045" algn="l">
              <a:spcBef>
                <a:spcPts val="450"/>
              </a:spcBef>
              <a:spcAft>
                <a:spcPts val="450"/>
              </a:spcAft>
              <a:buSzPts val="207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63"/>
          <p:cNvSpPr txBox="1">
            <a:spLocks noGrp="1"/>
          </p:cNvSpPr>
          <p:nvPr>
            <p:ph type="dt" idx="10"/>
          </p:nvPr>
        </p:nvSpPr>
        <p:spPr>
          <a:xfrm>
            <a:off x="6508126" y="4476750"/>
            <a:ext cx="12001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63"/>
          <p:cNvSpPr txBox="1">
            <a:spLocks noGrp="1"/>
          </p:cNvSpPr>
          <p:nvPr>
            <p:ph type="ftr" idx="11"/>
          </p:nvPr>
        </p:nvSpPr>
        <p:spPr>
          <a:xfrm>
            <a:off x="971551" y="4476750"/>
            <a:ext cx="5479425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63"/>
          <p:cNvSpPr txBox="1">
            <a:spLocks noGrp="1"/>
          </p:cNvSpPr>
          <p:nvPr>
            <p:ph type="sldNum" idx="12"/>
          </p:nvPr>
        </p:nvSpPr>
        <p:spPr>
          <a:xfrm>
            <a:off x="7765426" y="4476750"/>
            <a:ext cx="407023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erbandingan" type="twoTxTwoObj">
  <p:cSld name="TWO_OBJECTS_WITH_TEX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64"/>
          <p:cNvSpPr txBox="1">
            <a:spLocks noGrp="1"/>
          </p:cNvSpPr>
          <p:nvPr>
            <p:ph type="title"/>
          </p:nvPr>
        </p:nvSpPr>
        <p:spPr>
          <a:xfrm>
            <a:off x="971552" y="736600"/>
            <a:ext cx="7200897" cy="9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300"/>
              <a:buFont typeface="Garamond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64"/>
          <p:cNvSpPr txBox="1">
            <a:spLocks noGrp="1"/>
          </p:cNvSpPr>
          <p:nvPr>
            <p:ph type="body" idx="1"/>
          </p:nvPr>
        </p:nvSpPr>
        <p:spPr>
          <a:xfrm>
            <a:off x="971550" y="1993900"/>
            <a:ext cx="3538728" cy="4321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504"/>
              </a:spcBef>
              <a:spcAft>
                <a:spcPts val="0"/>
              </a:spcAft>
              <a:buSzPts val="2415"/>
              <a:buNone/>
              <a:defRPr sz="2100" b="0">
                <a:solidFill>
                  <a:schemeClr val="accent1"/>
                </a:solidFill>
              </a:defRPr>
            </a:lvl1pPr>
            <a:lvl2pPr marL="914400" lvl="1" indent="-228600" algn="l">
              <a:spcBef>
                <a:spcPts val="450"/>
              </a:spcBef>
              <a:spcAft>
                <a:spcPts val="0"/>
              </a:spcAft>
              <a:buSzPts val="1725"/>
              <a:buNone/>
              <a:defRPr sz="1500" b="1"/>
            </a:lvl2pPr>
            <a:lvl3pPr marL="1371600" lvl="2" indent="-228600" algn="l">
              <a:spcBef>
                <a:spcPts val="450"/>
              </a:spcBef>
              <a:spcAft>
                <a:spcPts val="0"/>
              </a:spcAft>
              <a:buSzPts val="1553"/>
              <a:buNone/>
              <a:defRPr sz="1350" b="1"/>
            </a:lvl3pPr>
            <a:lvl4pPr marL="1828800" lvl="3" indent="-228600" algn="l">
              <a:spcBef>
                <a:spcPts val="450"/>
              </a:spcBef>
              <a:spcAft>
                <a:spcPts val="0"/>
              </a:spcAft>
              <a:buSzPts val="1380"/>
              <a:buNone/>
              <a:defRPr sz="1200" b="1"/>
            </a:lvl4pPr>
            <a:lvl5pPr marL="2286000" lvl="4" indent="-228600" algn="l">
              <a:spcBef>
                <a:spcPts val="450"/>
              </a:spcBef>
              <a:spcAft>
                <a:spcPts val="0"/>
              </a:spcAft>
              <a:buSzPts val="1380"/>
              <a:buNone/>
              <a:defRPr sz="1200" b="1"/>
            </a:lvl5pPr>
            <a:lvl6pPr marL="2743200" lvl="5" indent="-228600" algn="l">
              <a:spcBef>
                <a:spcPts val="450"/>
              </a:spcBef>
              <a:spcAft>
                <a:spcPts val="0"/>
              </a:spcAft>
              <a:buSzPts val="1380"/>
              <a:buNone/>
              <a:defRPr sz="1200" b="1"/>
            </a:lvl6pPr>
            <a:lvl7pPr marL="3200400" lvl="6" indent="-228600" algn="l">
              <a:spcBef>
                <a:spcPts val="450"/>
              </a:spcBef>
              <a:spcAft>
                <a:spcPts val="0"/>
              </a:spcAft>
              <a:buSzPts val="1380"/>
              <a:buNone/>
              <a:defRPr sz="1200" b="1"/>
            </a:lvl7pPr>
            <a:lvl8pPr marL="3657600" lvl="7" indent="-228600" algn="l">
              <a:spcBef>
                <a:spcPts val="450"/>
              </a:spcBef>
              <a:spcAft>
                <a:spcPts val="0"/>
              </a:spcAft>
              <a:buSzPts val="1380"/>
              <a:buNone/>
              <a:defRPr sz="1200" b="1"/>
            </a:lvl8pPr>
            <a:lvl9pPr marL="4114800" lvl="8" indent="-228600" algn="l">
              <a:spcBef>
                <a:spcPts val="450"/>
              </a:spcBef>
              <a:spcAft>
                <a:spcPts val="450"/>
              </a:spcAft>
              <a:buSzPts val="1380"/>
              <a:buNone/>
              <a:defRPr sz="1200" b="1"/>
            </a:lvl9pPr>
          </a:lstStyle>
          <a:p>
            <a:endParaRPr/>
          </a:p>
        </p:txBody>
      </p:sp>
      <p:sp>
        <p:nvSpPr>
          <p:cNvPr id="87" name="Google Shape;87;p64"/>
          <p:cNvSpPr txBox="1">
            <a:spLocks noGrp="1"/>
          </p:cNvSpPr>
          <p:nvPr>
            <p:ph type="body" idx="2"/>
          </p:nvPr>
        </p:nvSpPr>
        <p:spPr>
          <a:xfrm>
            <a:off x="971550" y="2432447"/>
            <a:ext cx="3538728" cy="19744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0045" algn="l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marL="914400" lvl="1" indent="-360044" algn="l">
              <a:spcBef>
                <a:spcPts val="450"/>
              </a:spcBef>
              <a:spcAft>
                <a:spcPts val="0"/>
              </a:spcAft>
              <a:buSzPts val="2070"/>
              <a:buChar char="•"/>
              <a:defRPr/>
            </a:lvl2pPr>
            <a:lvl3pPr marL="1371600" lvl="2" indent="-360044" algn="l">
              <a:spcBef>
                <a:spcPts val="450"/>
              </a:spcBef>
              <a:spcAft>
                <a:spcPts val="0"/>
              </a:spcAft>
              <a:buSzPts val="2070"/>
              <a:buChar char="•"/>
              <a:defRPr/>
            </a:lvl3pPr>
            <a:lvl4pPr marL="1828800" lvl="3" indent="-360044" algn="l">
              <a:spcBef>
                <a:spcPts val="450"/>
              </a:spcBef>
              <a:spcAft>
                <a:spcPts val="0"/>
              </a:spcAft>
              <a:buSzPts val="2070"/>
              <a:buChar char="•"/>
              <a:defRPr/>
            </a:lvl4pPr>
            <a:lvl5pPr marL="2286000" lvl="4" indent="-360045" algn="l">
              <a:spcBef>
                <a:spcPts val="450"/>
              </a:spcBef>
              <a:spcAft>
                <a:spcPts val="0"/>
              </a:spcAft>
              <a:buSzPts val="2070"/>
              <a:buChar char="•"/>
              <a:defRPr/>
            </a:lvl5pPr>
            <a:lvl6pPr marL="2743200" lvl="5" indent="-360045" algn="l">
              <a:spcBef>
                <a:spcPts val="450"/>
              </a:spcBef>
              <a:spcAft>
                <a:spcPts val="0"/>
              </a:spcAft>
              <a:buSzPts val="2070"/>
              <a:buChar char="•"/>
              <a:defRPr/>
            </a:lvl6pPr>
            <a:lvl7pPr marL="3200400" lvl="6" indent="-360045" algn="l">
              <a:spcBef>
                <a:spcPts val="450"/>
              </a:spcBef>
              <a:spcAft>
                <a:spcPts val="0"/>
              </a:spcAft>
              <a:buSzPts val="2070"/>
              <a:buChar char="•"/>
              <a:defRPr/>
            </a:lvl7pPr>
            <a:lvl8pPr marL="3657600" lvl="7" indent="-360045" algn="l">
              <a:spcBef>
                <a:spcPts val="450"/>
              </a:spcBef>
              <a:spcAft>
                <a:spcPts val="0"/>
              </a:spcAft>
              <a:buSzPts val="2070"/>
              <a:buChar char="•"/>
              <a:defRPr/>
            </a:lvl8pPr>
            <a:lvl9pPr marL="4114800" lvl="8" indent="-360045" algn="l">
              <a:spcBef>
                <a:spcPts val="450"/>
              </a:spcBef>
              <a:spcAft>
                <a:spcPts val="450"/>
              </a:spcAft>
              <a:buSzPts val="2070"/>
              <a:buChar char="•"/>
              <a:defRPr/>
            </a:lvl9pPr>
          </a:lstStyle>
          <a:p>
            <a:endParaRPr/>
          </a:p>
        </p:txBody>
      </p:sp>
      <p:sp>
        <p:nvSpPr>
          <p:cNvPr id="88" name="Google Shape;88;p64"/>
          <p:cNvSpPr txBox="1">
            <a:spLocks noGrp="1"/>
          </p:cNvSpPr>
          <p:nvPr>
            <p:ph type="body" idx="3"/>
          </p:nvPr>
        </p:nvSpPr>
        <p:spPr>
          <a:xfrm>
            <a:off x="4635503" y="1993900"/>
            <a:ext cx="3538728" cy="4321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504"/>
              </a:spcBef>
              <a:spcAft>
                <a:spcPts val="0"/>
              </a:spcAft>
              <a:buSzPts val="2415"/>
              <a:buNone/>
              <a:defRPr sz="2100" b="0">
                <a:solidFill>
                  <a:schemeClr val="accent1"/>
                </a:solidFill>
              </a:defRPr>
            </a:lvl1pPr>
            <a:lvl2pPr marL="914400" lvl="1" indent="-228600" algn="l">
              <a:spcBef>
                <a:spcPts val="450"/>
              </a:spcBef>
              <a:spcAft>
                <a:spcPts val="0"/>
              </a:spcAft>
              <a:buSzPts val="1725"/>
              <a:buNone/>
              <a:defRPr sz="1500" b="1"/>
            </a:lvl2pPr>
            <a:lvl3pPr marL="1371600" lvl="2" indent="-228600" algn="l">
              <a:spcBef>
                <a:spcPts val="450"/>
              </a:spcBef>
              <a:spcAft>
                <a:spcPts val="0"/>
              </a:spcAft>
              <a:buSzPts val="1553"/>
              <a:buNone/>
              <a:defRPr sz="1350" b="1"/>
            </a:lvl3pPr>
            <a:lvl4pPr marL="1828800" lvl="3" indent="-228600" algn="l">
              <a:spcBef>
                <a:spcPts val="450"/>
              </a:spcBef>
              <a:spcAft>
                <a:spcPts val="0"/>
              </a:spcAft>
              <a:buSzPts val="1380"/>
              <a:buNone/>
              <a:defRPr sz="1200" b="1"/>
            </a:lvl4pPr>
            <a:lvl5pPr marL="2286000" lvl="4" indent="-228600" algn="l">
              <a:spcBef>
                <a:spcPts val="450"/>
              </a:spcBef>
              <a:spcAft>
                <a:spcPts val="0"/>
              </a:spcAft>
              <a:buSzPts val="1380"/>
              <a:buNone/>
              <a:defRPr sz="1200" b="1"/>
            </a:lvl5pPr>
            <a:lvl6pPr marL="2743200" lvl="5" indent="-228600" algn="l">
              <a:spcBef>
                <a:spcPts val="450"/>
              </a:spcBef>
              <a:spcAft>
                <a:spcPts val="0"/>
              </a:spcAft>
              <a:buSzPts val="1380"/>
              <a:buNone/>
              <a:defRPr sz="1200" b="1"/>
            </a:lvl6pPr>
            <a:lvl7pPr marL="3200400" lvl="6" indent="-228600" algn="l">
              <a:spcBef>
                <a:spcPts val="450"/>
              </a:spcBef>
              <a:spcAft>
                <a:spcPts val="0"/>
              </a:spcAft>
              <a:buSzPts val="1380"/>
              <a:buNone/>
              <a:defRPr sz="1200" b="1"/>
            </a:lvl7pPr>
            <a:lvl8pPr marL="3657600" lvl="7" indent="-228600" algn="l">
              <a:spcBef>
                <a:spcPts val="450"/>
              </a:spcBef>
              <a:spcAft>
                <a:spcPts val="0"/>
              </a:spcAft>
              <a:buSzPts val="1380"/>
              <a:buNone/>
              <a:defRPr sz="1200" b="1"/>
            </a:lvl8pPr>
            <a:lvl9pPr marL="4114800" lvl="8" indent="-228600" algn="l">
              <a:spcBef>
                <a:spcPts val="450"/>
              </a:spcBef>
              <a:spcAft>
                <a:spcPts val="450"/>
              </a:spcAft>
              <a:buSzPts val="1380"/>
              <a:buNone/>
              <a:defRPr sz="1200" b="1"/>
            </a:lvl9pPr>
          </a:lstStyle>
          <a:p>
            <a:endParaRPr/>
          </a:p>
        </p:txBody>
      </p:sp>
      <p:sp>
        <p:nvSpPr>
          <p:cNvPr id="89" name="Google Shape;89;p64"/>
          <p:cNvSpPr txBox="1">
            <a:spLocks noGrp="1"/>
          </p:cNvSpPr>
          <p:nvPr>
            <p:ph type="body" idx="4"/>
          </p:nvPr>
        </p:nvSpPr>
        <p:spPr>
          <a:xfrm>
            <a:off x="4635503" y="2432447"/>
            <a:ext cx="3538728" cy="19744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0045" algn="l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marL="914400" lvl="1" indent="-360044" algn="l">
              <a:spcBef>
                <a:spcPts val="450"/>
              </a:spcBef>
              <a:spcAft>
                <a:spcPts val="0"/>
              </a:spcAft>
              <a:buSzPts val="2070"/>
              <a:buChar char="•"/>
              <a:defRPr/>
            </a:lvl2pPr>
            <a:lvl3pPr marL="1371600" lvl="2" indent="-360044" algn="l">
              <a:spcBef>
                <a:spcPts val="450"/>
              </a:spcBef>
              <a:spcAft>
                <a:spcPts val="0"/>
              </a:spcAft>
              <a:buSzPts val="2070"/>
              <a:buChar char="•"/>
              <a:defRPr/>
            </a:lvl3pPr>
            <a:lvl4pPr marL="1828800" lvl="3" indent="-360044" algn="l">
              <a:spcBef>
                <a:spcPts val="450"/>
              </a:spcBef>
              <a:spcAft>
                <a:spcPts val="0"/>
              </a:spcAft>
              <a:buSzPts val="2070"/>
              <a:buChar char="•"/>
              <a:defRPr/>
            </a:lvl4pPr>
            <a:lvl5pPr marL="2286000" lvl="4" indent="-360045" algn="l">
              <a:spcBef>
                <a:spcPts val="450"/>
              </a:spcBef>
              <a:spcAft>
                <a:spcPts val="0"/>
              </a:spcAft>
              <a:buSzPts val="2070"/>
              <a:buChar char="•"/>
              <a:defRPr/>
            </a:lvl5pPr>
            <a:lvl6pPr marL="2743200" lvl="5" indent="-360045" algn="l">
              <a:spcBef>
                <a:spcPts val="450"/>
              </a:spcBef>
              <a:spcAft>
                <a:spcPts val="0"/>
              </a:spcAft>
              <a:buSzPts val="2070"/>
              <a:buChar char="•"/>
              <a:defRPr/>
            </a:lvl6pPr>
            <a:lvl7pPr marL="3200400" lvl="6" indent="-360045" algn="l">
              <a:spcBef>
                <a:spcPts val="450"/>
              </a:spcBef>
              <a:spcAft>
                <a:spcPts val="0"/>
              </a:spcAft>
              <a:buSzPts val="2070"/>
              <a:buChar char="•"/>
              <a:defRPr/>
            </a:lvl7pPr>
            <a:lvl8pPr marL="3657600" lvl="7" indent="-360045" algn="l">
              <a:spcBef>
                <a:spcPts val="450"/>
              </a:spcBef>
              <a:spcAft>
                <a:spcPts val="0"/>
              </a:spcAft>
              <a:buSzPts val="2070"/>
              <a:buChar char="•"/>
              <a:defRPr/>
            </a:lvl8pPr>
            <a:lvl9pPr marL="4114800" lvl="8" indent="-360045" algn="l">
              <a:spcBef>
                <a:spcPts val="450"/>
              </a:spcBef>
              <a:spcAft>
                <a:spcPts val="450"/>
              </a:spcAft>
              <a:buSzPts val="2070"/>
              <a:buChar char="•"/>
              <a:defRPr/>
            </a:lvl9pPr>
          </a:lstStyle>
          <a:p>
            <a:endParaRPr/>
          </a:p>
        </p:txBody>
      </p:sp>
      <p:sp>
        <p:nvSpPr>
          <p:cNvPr id="90" name="Google Shape;90;p64"/>
          <p:cNvSpPr txBox="1">
            <a:spLocks noGrp="1"/>
          </p:cNvSpPr>
          <p:nvPr>
            <p:ph type="dt" idx="10"/>
          </p:nvPr>
        </p:nvSpPr>
        <p:spPr>
          <a:xfrm>
            <a:off x="6508126" y="4476750"/>
            <a:ext cx="12001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64"/>
          <p:cNvSpPr txBox="1">
            <a:spLocks noGrp="1"/>
          </p:cNvSpPr>
          <p:nvPr>
            <p:ph type="ftr" idx="11"/>
          </p:nvPr>
        </p:nvSpPr>
        <p:spPr>
          <a:xfrm>
            <a:off x="971551" y="4476750"/>
            <a:ext cx="5479425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64"/>
          <p:cNvSpPr txBox="1">
            <a:spLocks noGrp="1"/>
          </p:cNvSpPr>
          <p:nvPr>
            <p:ph type="sldNum" idx="12"/>
          </p:nvPr>
        </p:nvSpPr>
        <p:spPr>
          <a:xfrm>
            <a:off x="7765426" y="4476750"/>
            <a:ext cx="407023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93" name="Google Shape;93;p64"/>
          <p:cNvCxnSpPr/>
          <p:nvPr/>
        </p:nvCxnSpPr>
        <p:spPr>
          <a:xfrm>
            <a:off x="1047127" y="1816100"/>
            <a:ext cx="7055474" cy="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Judul Saja" type="titleOnly">
  <p:cSld name="TITLE_ONLY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65"/>
          <p:cNvSpPr txBox="1">
            <a:spLocks noGrp="1"/>
          </p:cNvSpPr>
          <p:nvPr>
            <p:ph type="title"/>
          </p:nvPr>
        </p:nvSpPr>
        <p:spPr>
          <a:xfrm>
            <a:off x="971552" y="736600"/>
            <a:ext cx="7200897" cy="9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65"/>
          <p:cNvSpPr txBox="1">
            <a:spLocks noGrp="1"/>
          </p:cNvSpPr>
          <p:nvPr>
            <p:ph type="dt" idx="10"/>
          </p:nvPr>
        </p:nvSpPr>
        <p:spPr>
          <a:xfrm>
            <a:off x="6508126" y="4476750"/>
            <a:ext cx="12001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65"/>
          <p:cNvSpPr txBox="1">
            <a:spLocks noGrp="1"/>
          </p:cNvSpPr>
          <p:nvPr>
            <p:ph type="ftr" idx="11"/>
          </p:nvPr>
        </p:nvSpPr>
        <p:spPr>
          <a:xfrm>
            <a:off x="971551" y="4476750"/>
            <a:ext cx="5479425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65"/>
          <p:cNvSpPr txBox="1">
            <a:spLocks noGrp="1"/>
          </p:cNvSpPr>
          <p:nvPr>
            <p:ph type="sldNum" idx="12"/>
          </p:nvPr>
        </p:nvSpPr>
        <p:spPr>
          <a:xfrm>
            <a:off x="7765426" y="4476750"/>
            <a:ext cx="407023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99" name="Google Shape;99;p65"/>
          <p:cNvCxnSpPr/>
          <p:nvPr/>
        </p:nvCxnSpPr>
        <p:spPr>
          <a:xfrm>
            <a:off x="1047127" y="1816100"/>
            <a:ext cx="7055474" cy="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Konten dengan Keterangan" type="objTx">
  <p:cSld name="OBJECT_WITH_CAPTION_TEXT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66"/>
          <p:cNvSpPr txBox="1">
            <a:spLocks noGrp="1"/>
          </p:cNvSpPr>
          <p:nvPr>
            <p:ph type="title"/>
          </p:nvPr>
        </p:nvSpPr>
        <p:spPr>
          <a:xfrm>
            <a:off x="970359" y="1041401"/>
            <a:ext cx="2788841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Garamond"/>
              <a:buNone/>
              <a:defRPr sz="1800"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66"/>
          <p:cNvSpPr txBox="1">
            <a:spLocks noGrp="1"/>
          </p:cNvSpPr>
          <p:nvPr>
            <p:ph type="body" idx="1"/>
          </p:nvPr>
        </p:nvSpPr>
        <p:spPr>
          <a:xfrm>
            <a:off x="4064001" y="736599"/>
            <a:ext cx="4102100" cy="3670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60045" algn="l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marL="914400" lvl="1" indent="-360044" algn="l">
              <a:spcBef>
                <a:spcPts val="450"/>
              </a:spcBef>
              <a:spcAft>
                <a:spcPts val="0"/>
              </a:spcAft>
              <a:buSzPts val="2070"/>
              <a:buChar char="•"/>
              <a:defRPr/>
            </a:lvl2pPr>
            <a:lvl3pPr marL="1371600" lvl="2" indent="-360044" algn="l">
              <a:spcBef>
                <a:spcPts val="450"/>
              </a:spcBef>
              <a:spcAft>
                <a:spcPts val="0"/>
              </a:spcAft>
              <a:buSzPts val="2070"/>
              <a:buChar char="•"/>
              <a:defRPr/>
            </a:lvl3pPr>
            <a:lvl4pPr marL="1828800" lvl="3" indent="-360044" algn="l">
              <a:spcBef>
                <a:spcPts val="450"/>
              </a:spcBef>
              <a:spcAft>
                <a:spcPts val="0"/>
              </a:spcAft>
              <a:buSzPts val="2070"/>
              <a:buChar char="•"/>
              <a:defRPr/>
            </a:lvl4pPr>
            <a:lvl5pPr marL="2286000" lvl="4" indent="-360045" algn="l">
              <a:spcBef>
                <a:spcPts val="450"/>
              </a:spcBef>
              <a:spcAft>
                <a:spcPts val="0"/>
              </a:spcAft>
              <a:buSzPts val="2070"/>
              <a:buChar char="•"/>
              <a:defRPr/>
            </a:lvl5pPr>
            <a:lvl6pPr marL="2743200" lvl="5" indent="-360045" algn="l">
              <a:spcBef>
                <a:spcPts val="450"/>
              </a:spcBef>
              <a:spcAft>
                <a:spcPts val="0"/>
              </a:spcAft>
              <a:buSzPts val="2070"/>
              <a:buChar char="•"/>
              <a:defRPr/>
            </a:lvl6pPr>
            <a:lvl7pPr marL="3200400" lvl="6" indent="-360045" algn="l">
              <a:spcBef>
                <a:spcPts val="450"/>
              </a:spcBef>
              <a:spcAft>
                <a:spcPts val="0"/>
              </a:spcAft>
              <a:buSzPts val="2070"/>
              <a:buChar char="•"/>
              <a:defRPr/>
            </a:lvl7pPr>
            <a:lvl8pPr marL="3657600" lvl="7" indent="-360045" algn="l">
              <a:spcBef>
                <a:spcPts val="450"/>
              </a:spcBef>
              <a:spcAft>
                <a:spcPts val="0"/>
              </a:spcAft>
              <a:buSzPts val="2070"/>
              <a:buChar char="•"/>
              <a:defRPr/>
            </a:lvl8pPr>
            <a:lvl9pPr marL="4114800" lvl="8" indent="-360045" algn="l">
              <a:spcBef>
                <a:spcPts val="450"/>
              </a:spcBef>
              <a:spcAft>
                <a:spcPts val="450"/>
              </a:spcAft>
              <a:buSzPts val="2070"/>
              <a:buChar char="•"/>
              <a:defRPr/>
            </a:lvl9pPr>
          </a:lstStyle>
          <a:p>
            <a:endParaRPr/>
          </a:p>
        </p:txBody>
      </p:sp>
      <p:sp>
        <p:nvSpPr>
          <p:cNvPr id="103" name="Google Shape;103;p66"/>
          <p:cNvSpPr txBox="1">
            <a:spLocks noGrp="1"/>
          </p:cNvSpPr>
          <p:nvPr>
            <p:ph type="body" idx="2"/>
          </p:nvPr>
        </p:nvSpPr>
        <p:spPr>
          <a:xfrm>
            <a:off x="970359" y="2273299"/>
            <a:ext cx="2788841" cy="18288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spcBef>
                <a:spcPts val="240"/>
              </a:spcBef>
              <a:spcAft>
                <a:spcPts val="0"/>
              </a:spcAft>
              <a:buSzPts val="1380"/>
              <a:buNone/>
              <a:defRPr sz="1200"/>
            </a:lvl1pPr>
            <a:lvl2pPr marL="914400" lvl="1" indent="-228600" algn="l">
              <a:spcBef>
                <a:spcPts val="450"/>
              </a:spcBef>
              <a:spcAft>
                <a:spcPts val="0"/>
              </a:spcAft>
              <a:buSzPts val="1035"/>
              <a:buNone/>
              <a:defRPr sz="900"/>
            </a:lvl2pPr>
            <a:lvl3pPr marL="1371600" lvl="2" indent="-228600" algn="l">
              <a:spcBef>
                <a:spcPts val="450"/>
              </a:spcBef>
              <a:spcAft>
                <a:spcPts val="0"/>
              </a:spcAft>
              <a:buSzPts val="863"/>
              <a:buNone/>
              <a:defRPr sz="750"/>
            </a:lvl3pPr>
            <a:lvl4pPr marL="1828800" lvl="3" indent="-228600" algn="l">
              <a:spcBef>
                <a:spcPts val="450"/>
              </a:spcBef>
              <a:spcAft>
                <a:spcPts val="0"/>
              </a:spcAft>
              <a:buSzPts val="776"/>
              <a:buNone/>
              <a:defRPr sz="675"/>
            </a:lvl4pPr>
            <a:lvl5pPr marL="2286000" lvl="4" indent="-228600" algn="l">
              <a:spcBef>
                <a:spcPts val="450"/>
              </a:spcBef>
              <a:spcAft>
                <a:spcPts val="0"/>
              </a:spcAft>
              <a:buSzPts val="776"/>
              <a:buNone/>
              <a:defRPr sz="675"/>
            </a:lvl5pPr>
            <a:lvl6pPr marL="2743200" lvl="5" indent="-228600" algn="l">
              <a:spcBef>
                <a:spcPts val="450"/>
              </a:spcBef>
              <a:spcAft>
                <a:spcPts val="0"/>
              </a:spcAft>
              <a:buSzPts val="776"/>
              <a:buNone/>
              <a:defRPr sz="675"/>
            </a:lvl6pPr>
            <a:lvl7pPr marL="3200400" lvl="6" indent="-228600" algn="l">
              <a:spcBef>
                <a:spcPts val="450"/>
              </a:spcBef>
              <a:spcAft>
                <a:spcPts val="0"/>
              </a:spcAft>
              <a:buSzPts val="776"/>
              <a:buNone/>
              <a:defRPr sz="675"/>
            </a:lvl7pPr>
            <a:lvl8pPr marL="3657600" lvl="7" indent="-228600" algn="l">
              <a:spcBef>
                <a:spcPts val="450"/>
              </a:spcBef>
              <a:spcAft>
                <a:spcPts val="0"/>
              </a:spcAft>
              <a:buSzPts val="776"/>
              <a:buNone/>
              <a:defRPr sz="675"/>
            </a:lvl8pPr>
            <a:lvl9pPr marL="4114800" lvl="8" indent="-228600" algn="l">
              <a:spcBef>
                <a:spcPts val="450"/>
              </a:spcBef>
              <a:spcAft>
                <a:spcPts val="450"/>
              </a:spcAft>
              <a:buSzPts val="776"/>
              <a:buNone/>
              <a:defRPr sz="675"/>
            </a:lvl9pPr>
          </a:lstStyle>
          <a:p>
            <a:endParaRPr/>
          </a:p>
        </p:txBody>
      </p:sp>
      <p:sp>
        <p:nvSpPr>
          <p:cNvPr id="104" name="Google Shape;104;p66"/>
          <p:cNvSpPr txBox="1">
            <a:spLocks noGrp="1"/>
          </p:cNvSpPr>
          <p:nvPr>
            <p:ph type="dt" idx="10"/>
          </p:nvPr>
        </p:nvSpPr>
        <p:spPr>
          <a:xfrm>
            <a:off x="6508126" y="4476750"/>
            <a:ext cx="12001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66"/>
          <p:cNvSpPr txBox="1">
            <a:spLocks noGrp="1"/>
          </p:cNvSpPr>
          <p:nvPr>
            <p:ph type="ftr" idx="11"/>
          </p:nvPr>
        </p:nvSpPr>
        <p:spPr>
          <a:xfrm>
            <a:off x="971551" y="4476750"/>
            <a:ext cx="5479425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66"/>
          <p:cNvSpPr txBox="1">
            <a:spLocks noGrp="1"/>
          </p:cNvSpPr>
          <p:nvPr>
            <p:ph type="sldNum" idx="12"/>
          </p:nvPr>
        </p:nvSpPr>
        <p:spPr>
          <a:xfrm>
            <a:off x="7765426" y="4476750"/>
            <a:ext cx="407023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07" name="Google Shape;107;p66"/>
          <p:cNvCxnSpPr/>
          <p:nvPr/>
        </p:nvCxnSpPr>
        <p:spPr>
          <a:xfrm>
            <a:off x="1047127" y="2184400"/>
            <a:ext cx="2635874" cy="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ambar dengan Keterangan" type="picTx">
  <p:cSld name="PICTURE_WITH_CAPTION_TEXT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67"/>
          <p:cNvSpPr txBox="1">
            <a:spLocks noGrp="1"/>
          </p:cNvSpPr>
          <p:nvPr>
            <p:ph type="title"/>
          </p:nvPr>
        </p:nvSpPr>
        <p:spPr>
          <a:xfrm>
            <a:off x="971549" y="1412874"/>
            <a:ext cx="4681362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100"/>
              <a:buFont typeface="Garamond"/>
              <a:buNone/>
              <a:defRPr sz="2100"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67"/>
          <p:cNvSpPr>
            <a:spLocks noGrp="1"/>
          </p:cNvSpPr>
          <p:nvPr>
            <p:ph type="pic" idx="2"/>
          </p:nvPr>
        </p:nvSpPr>
        <p:spPr>
          <a:xfrm>
            <a:off x="6071124" y="781050"/>
            <a:ext cx="2297510" cy="3581400"/>
          </a:xfrm>
          <a:prstGeom prst="roundRect">
            <a:avLst>
              <a:gd name="adj" fmla="val 0"/>
            </a:avLst>
          </a:prstGeom>
          <a:noFill/>
          <a:ln w="57150" cap="flat" cmpd="thickThin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11" name="Google Shape;111;p67"/>
          <p:cNvSpPr txBox="1">
            <a:spLocks noGrp="1"/>
          </p:cNvSpPr>
          <p:nvPr>
            <p:ph type="body" idx="1"/>
          </p:nvPr>
        </p:nvSpPr>
        <p:spPr>
          <a:xfrm>
            <a:off x="971549" y="2441574"/>
            <a:ext cx="4681362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spcBef>
                <a:spcPts val="270"/>
              </a:spcBef>
              <a:spcAft>
                <a:spcPts val="0"/>
              </a:spcAft>
              <a:buSzPts val="1553"/>
              <a:buNone/>
              <a:defRPr sz="1350"/>
            </a:lvl1pPr>
            <a:lvl2pPr marL="914400" lvl="1" indent="-228600" algn="l">
              <a:spcBef>
                <a:spcPts val="450"/>
              </a:spcBef>
              <a:spcAft>
                <a:spcPts val="0"/>
              </a:spcAft>
              <a:buSzPts val="1035"/>
              <a:buNone/>
              <a:defRPr sz="900"/>
            </a:lvl2pPr>
            <a:lvl3pPr marL="1371600" lvl="2" indent="-228600" algn="l">
              <a:spcBef>
                <a:spcPts val="450"/>
              </a:spcBef>
              <a:spcAft>
                <a:spcPts val="0"/>
              </a:spcAft>
              <a:buSzPts val="863"/>
              <a:buNone/>
              <a:defRPr sz="750"/>
            </a:lvl3pPr>
            <a:lvl4pPr marL="1828800" lvl="3" indent="-228600" algn="l">
              <a:spcBef>
                <a:spcPts val="450"/>
              </a:spcBef>
              <a:spcAft>
                <a:spcPts val="0"/>
              </a:spcAft>
              <a:buSzPts val="776"/>
              <a:buNone/>
              <a:defRPr sz="675"/>
            </a:lvl4pPr>
            <a:lvl5pPr marL="2286000" lvl="4" indent="-228600" algn="l">
              <a:spcBef>
                <a:spcPts val="450"/>
              </a:spcBef>
              <a:spcAft>
                <a:spcPts val="0"/>
              </a:spcAft>
              <a:buSzPts val="776"/>
              <a:buNone/>
              <a:defRPr sz="675"/>
            </a:lvl5pPr>
            <a:lvl6pPr marL="2743200" lvl="5" indent="-228600" algn="l">
              <a:spcBef>
                <a:spcPts val="450"/>
              </a:spcBef>
              <a:spcAft>
                <a:spcPts val="0"/>
              </a:spcAft>
              <a:buSzPts val="776"/>
              <a:buNone/>
              <a:defRPr sz="675"/>
            </a:lvl6pPr>
            <a:lvl7pPr marL="3200400" lvl="6" indent="-228600" algn="l">
              <a:spcBef>
                <a:spcPts val="450"/>
              </a:spcBef>
              <a:spcAft>
                <a:spcPts val="0"/>
              </a:spcAft>
              <a:buSzPts val="776"/>
              <a:buNone/>
              <a:defRPr sz="675"/>
            </a:lvl7pPr>
            <a:lvl8pPr marL="3657600" lvl="7" indent="-228600" algn="l">
              <a:spcBef>
                <a:spcPts val="450"/>
              </a:spcBef>
              <a:spcAft>
                <a:spcPts val="0"/>
              </a:spcAft>
              <a:buSzPts val="776"/>
              <a:buNone/>
              <a:defRPr sz="675"/>
            </a:lvl8pPr>
            <a:lvl9pPr marL="4114800" lvl="8" indent="-228600" algn="l">
              <a:spcBef>
                <a:spcPts val="450"/>
              </a:spcBef>
              <a:spcAft>
                <a:spcPts val="450"/>
              </a:spcAft>
              <a:buSzPts val="776"/>
              <a:buNone/>
              <a:defRPr sz="675"/>
            </a:lvl9pPr>
          </a:lstStyle>
          <a:p>
            <a:endParaRPr/>
          </a:p>
        </p:txBody>
      </p:sp>
      <p:sp>
        <p:nvSpPr>
          <p:cNvPr id="112" name="Google Shape;112;p67"/>
          <p:cNvSpPr txBox="1">
            <a:spLocks noGrp="1"/>
          </p:cNvSpPr>
          <p:nvPr>
            <p:ph type="dt" idx="10"/>
          </p:nvPr>
        </p:nvSpPr>
        <p:spPr>
          <a:xfrm>
            <a:off x="6508126" y="4476750"/>
            <a:ext cx="12001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67"/>
          <p:cNvSpPr txBox="1">
            <a:spLocks noGrp="1"/>
          </p:cNvSpPr>
          <p:nvPr>
            <p:ph type="ftr" idx="11"/>
          </p:nvPr>
        </p:nvSpPr>
        <p:spPr>
          <a:xfrm>
            <a:off x="971551" y="4476750"/>
            <a:ext cx="5479425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67"/>
          <p:cNvSpPr txBox="1">
            <a:spLocks noGrp="1"/>
          </p:cNvSpPr>
          <p:nvPr>
            <p:ph type="sldNum" idx="12"/>
          </p:nvPr>
        </p:nvSpPr>
        <p:spPr>
          <a:xfrm>
            <a:off x="7765426" y="4476750"/>
            <a:ext cx="407023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ambar Panorama dengan Keterangan">
  <p:cSld name="Gambar Panorama dengan Keterangan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68"/>
          <p:cNvSpPr txBox="1">
            <a:spLocks noGrp="1"/>
          </p:cNvSpPr>
          <p:nvPr>
            <p:ph type="title"/>
          </p:nvPr>
        </p:nvSpPr>
        <p:spPr>
          <a:xfrm>
            <a:off x="971551" y="3611561"/>
            <a:ext cx="7207250" cy="425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Garamond"/>
              <a:buNone/>
              <a:defRPr sz="1800"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68"/>
          <p:cNvSpPr>
            <a:spLocks noGrp="1"/>
          </p:cNvSpPr>
          <p:nvPr>
            <p:ph type="pic" idx="2"/>
          </p:nvPr>
        </p:nvSpPr>
        <p:spPr>
          <a:xfrm>
            <a:off x="781070" y="781050"/>
            <a:ext cx="7579479" cy="2501902"/>
          </a:xfrm>
          <a:prstGeom prst="roundRect">
            <a:avLst>
              <a:gd name="adj" fmla="val 0"/>
            </a:avLst>
          </a:prstGeom>
          <a:noFill/>
          <a:ln w="57150" cap="flat" cmpd="thickThin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18" name="Google Shape;118;p68"/>
          <p:cNvSpPr txBox="1">
            <a:spLocks noGrp="1"/>
          </p:cNvSpPr>
          <p:nvPr>
            <p:ph type="body" idx="1"/>
          </p:nvPr>
        </p:nvSpPr>
        <p:spPr>
          <a:xfrm>
            <a:off x="971551" y="4036615"/>
            <a:ext cx="7207250" cy="370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spcBef>
                <a:spcPts val="210"/>
              </a:spcBef>
              <a:spcAft>
                <a:spcPts val="0"/>
              </a:spcAft>
              <a:buSzPts val="1208"/>
              <a:buNone/>
              <a:defRPr sz="1050"/>
            </a:lvl1pPr>
            <a:lvl2pPr marL="914400" lvl="1" indent="-228600" algn="l">
              <a:spcBef>
                <a:spcPts val="450"/>
              </a:spcBef>
              <a:spcAft>
                <a:spcPts val="0"/>
              </a:spcAft>
              <a:buSzPts val="1035"/>
              <a:buNone/>
              <a:defRPr sz="900"/>
            </a:lvl2pPr>
            <a:lvl3pPr marL="1371600" lvl="2" indent="-228600" algn="l">
              <a:spcBef>
                <a:spcPts val="450"/>
              </a:spcBef>
              <a:spcAft>
                <a:spcPts val="0"/>
              </a:spcAft>
              <a:buSzPts val="863"/>
              <a:buNone/>
              <a:defRPr sz="750"/>
            </a:lvl3pPr>
            <a:lvl4pPr marL="1828800" lvl="3" indent="-228600" algn="l">
              <a:spcBef>
                <a:spcPts val="450"/>
              </a:spcBef>
              <a:spcAft>
                <a:spcPts val="0"/>
              </a:spcAft>
              <a:buSzPts val="776"/>
              <a:buNone/>
              <a:defRPr sz="675"/>
            </a:lvl4pPr>
            <a:lvl5pPr marL="2286000" lvl="4" indent="-228600" algn="l">
              <a:spcBef>
                <a:spcPts val="450"/>
              </a:spcBef>
              <a:spcAft>
                <a:spcPts val="0"/>
              </a:spcAft>
              <a:buSzPts val="776"/>
              <a:buNone/>
              <a:defRPr sz="675"/>
            </a:lvl5pPr>
            <a:lvl6pPr marL="2743200" lvl="5" indent="-228600" algn="l">
              <a:spcBef>
                <a:spcPts val="450"/>
              </a:spcBef>
              <a:spcAft>
                <a:spcPts val="0"/>
              </a:spcAft>
              <a:buSzPts val="776"/>
              <a:buNone/>
              <a:defRPr sz="675"/>
            </a:lvl6pPr>
            <a:lvl7pPr marL="3200400" lvl="6" indent="-228600" algn="l">
              <a:spcBef>
                <a:spcPts val="450"/>
              </a:spcBef>
              <a:spcAft>
                <a:spcPts val="0"/>
              </a:spcAft>
              <a:buSzPts val="776"/>
              <a:buNone/>
              <a:defRPr sz="675"/>
            </a:lvl7pPr>
            <a:lvl8pPr marL="3657600" lvl="7" indent="-228600" algn="l">
              <a:spcBef>
                <a:spcPts val="450"/>
              </a:spcBef>
              <a:spcAft>
                <a:spcPts val="0"/>
              </a:spcAft>
              <a:buSzPts val="776"/>
              <a:buNone/>
              <a:defRPr sz="675"/>
            </a:lvl8pPr>
            <a:lvl9pPr marL="4114800" lvl="8" indent="-228600" algn="l">
              <a:spcBef>
                <a:spcPts val="450"/>
              </a:spcBef>
              <a:spcAft>
                <a:spcPts val="450"/>
              </a:spcAft>
              <a:buSzPts val="776"/>
              <a:buNone/>
              <a:defRPr sz="675"/>
            </a:lvl9pPr>
          </a:lstStyle>
          <a:p>
            <a:endParaRPr/>
          </a:p>
        </p:txBody>
      </p:sp>
      <p:sp>
        <p:nvSpPr>
          <p:cNvPr id="119" name="Google Shape;119;p68"/>
          <p:cNvSpPr txBox="1">
            <a:spLocks noGrp="1"/>
          </p:cNvSpPr>
          <p:nvPr>
            <p:ph type="dt" idx="10"/>
          </p:nvPr>
        </p:nvSpPr>
        <p:spPr>
          <a:xfrm>
            <a:off x="6508126" y="4476750"/>
            <a:ext cx="12001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68"/>
          <p:cNvSpPr txBox="1">
            <a:spLocks noGrp="1"/>
          </p:cNvSpPr>
          <p:nvPr>
            <p:ph type="ftr" idx="11"/>
          </p:nvPr>
        </p:nvSpPr>
        <p:spPr>
          <a:xfrm>
            <a:off x="971551" y="4476750"/>
            <a:ext cx="5479425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68"/>
          <p:cNvSpPr txBox="1">
            <a:spLocks noGrp="1"/>
          </p:cNvSpPr>
          <p:nvPr>
            <p:ph type="sldNum" idx="12"/>
          </p:nvPr>
        </p:nvSpPr>
        <p:spPr>
          <a:xfrm>
            <a:off x="7765426" y="4476750"/>
            <a:ext cx="407023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Judul dan Keterangan">
  <p:cSld name="Judul dan Keterangan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9"/>
          <p:cNvSpPr txBox="1">
            <a:spLocks noGrp="1"/>
          </p:cNvSpPr>
          <p:nvPr>
            <p:ph type="title"/>
          </p:nvPr>
        </p:nvSpPr>
        <p:spPr>
          <a:xfrm>
            <a:off x="977901" y="736599"/>
            <a:ext cx="7194549" cy="2216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Garamond"/>
              <a:buNone/>
              <a:defRPr sz="24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69"/>
          <p:cNvSpPr txBox="1">
            <a:spLocks noGrp="1"/>
          </p:cNvSpPr>
          <p:nvPr>
            <p:ph type="body" idx="1"/>
          </p:nvPr>
        </p:nvSpPr>
        <p:spPr>
          <a:xfrm>
            <a:off x="977901" y="3257550"/>
            <a:ext cx="7194549" cy="1149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spcBef>
                <a:spcPts val="300"/>
              </a:spcBef>
              <a:spcAft>
                <a:spcPts val="0"/>
              </a:spcAft>
              <a:buSzPts val="1725"/>
              <a:buNone/>
              <a:defRPr sz="1500">
                <a:solidFill>
                  <a:schemeClr val="dk1"/>
                </a:solidFill>
              </a:defRPr>
            </a:lvl1pPr>
            <a:lvl2pPr marL="914400" lvl="1" indent="-228600" algn="l">
              <a:spcBef>
                <a:spcPts val="450"/>
              </a:spcBef>
              <a:spcAft>
                <a:spcPts val="0"/>
              </a:spcAft>
              <a:buSzPts val="1553"/>
              <a:buNone/>
              <a:defRPr sz="135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450"/>
              </a:spcBef>
              <a:spcAft>
                <a:spcPts val="0"/>
              </a:spcAft>
              <a:buSzPts val="138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450"/>
              </a:spcBef>
              <a:spcAft>
                <a:spcPts val="0"/>
              </a:spcAft>
              <a:buSzPts val="1208"/>
              <a:buNone/>
              <a:defRPr sz="105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450"/>
              </a:spcBef>
              <a:spcAft>
                <a:spcPts val="0"/>
              </a:spcAft>
              <a:buSzPts val="1208"/>
              <a:buNone/>
              <a:defRPr sz="105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450"/>
              </a:spcBef>
              <a:spcAft>
                <a:spcPts val="0"/>
              </a:spcAft>
              <a:buSzPts val="1208"/>
              <a:buNone/>
              <a:defRPr sz="105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450"/>
              </a:spcBef>
              <a:spcAft>
                <a:spcPts val="0"/>
              </a:spcAft>
              <a:buSzPts val="1208"/>
              <a:buNone/>
              <a:defRPr sz="105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450"/>
              </a:spcBef>
              <a:spcAft>
                <a:spcPts val="0"/>
              </a:spcAft>
              <a:buSzPts val="1208"/>
              <a:buNone/>
              <a:defRPr sz="105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450"/>
              </a:spcBef>
              <a:spcAft>
                <a:spcPts val="450"/>
              </a:spcAft>
              <a:buSzPts val="1208"/>
              <a:buNone/>
              <a:defRPr sz="105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25" name="Google Shape;125;p69"/>
          <p:cNvSpPr txBox="1">
            <a:spLocks noGrp="1"/>
          </p:cNvSpPr>
          <p:nvPr>
            <p:ph type="dt" idx="10"/>
          </p:nvPr>
        </p:nvSpPr>
        <p:spPr>
          <a:xfrm>
            <a:off x="6508126" y="4476750"/>
            <a:ext cx="12001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69"/>
          <p:cNvSpPr txBox="1">
            <a:spLocks noGrp="1"/>
          </p:cNvSpPr>
          <p:nvPr>
            <p:ph type="ftr" idx="11"/>
          </p:nvPr>
        </p:nvSpPr>
        <p:spPr>
          <a:xfrm>
            <a:off x="971551" y="4476750"/>
            <a:ext cx="5479425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69"/>
          <p:cNvSpPr txBox="1">
            <a:spLocks noGrp="1"/>
          </p:cNvSpPr>
          <p:nvPr>
            <p:ph type="sldNum" idx="12"/>
          </p:nvPr>
        </p:nvSpPr>
        <p:spPr>
          <a:xfrm>
            <a:off x="7765426" y="4476750"/>
            <a:ext cx="407023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28" name="Google Shape;128;p69"/>
          <p:cNvCxnSpPr/>
          <p:nvPr/>
        </p:nvCxnSpPr>
        <p:spPr>
          <a:xfrm>
            <a:off x="1047127" y="3105149"/>
            <a:ext cx="7055474" cy="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Kutipan dengan Keterangan">
  <p:cSld name="Kutipan dengan Keterangan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70"/>
          <p:cNvSpPr txBox="1">
            <a:spLocks noGrp="1"/>
          </p:cNvSpPr>
          <p:nvPr>
            <p:ph type="title"/>
          </p:nvPr>
        </p:nvSpPr>
        <p:spPr>
          <a:xfrm>
            <a:off x="1084660" y="736599"/>
            <a:ext cx="6972299" cy="1778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aramond"/>
              <a:buNone/>
              <a:defRPr sz="2400" b="0" cap="none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70"/>
          <p:cNvSpPr txBox="1">
            <a:spLocks noGrp="1"/>
          </p:cNvSpPr>
          <p:nvPr>
            <p:ph type="body" idx="1"/>
          </p:nvPr>
        </p:nvSpPr>
        <p:spPr>
          <a:xfrm>
            <a:off x="1256109" y="2514600"/>
            <a:ext cx="6629402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r">
              <a:spcBef>
                <a:spcPts val="300"/>
              </a:spcBef>
              <a:spcAft>
                <a:spcPts val="0"/>
              </a:spcAft>
              <a:buSzPts val="1725"/>
              <a:buFont typeface="Garamond"/>
              <a:buNone/>
              <a:defRPr sz="1500"/>
            </a:lvl1pPr>
            <a:lvl2pPr marL="914400" lvl="1" indent="-228600" algn="l">
              <a:spcBef>
                <a:spcPts val="450"/>
              </a:spcBef>
              <a:spcAft>
                <a:spcPts val="0"/>
              </a:spcAft>
              <a:buSzPts val="1725"/>
              <a:buFont typeface="Garamond"/>
              <a:buNone/>
              <a:defRPr/>
            </a:lvl2pPr>
            <a:lvl3pPr marL="1371600" lvl="2" indent="-228600" algn="l">
              <a:spcBef>
                <a:spcPts val="450"/>
              </a:spcBef>
              <a:spcAft>
                <a:spcPts val="0"/>
              </a:spcAft>
              <a:buSzPts val="1553"/>
              <a:buFont typeface="Garamond"/>
              <a:buNone/>
              <a:defRPr/>
            </a:lvl3pPr>
            <a:lvl4pPr marL="1828800" lvl="3" indent="-228600" algn="l">
              <a:spcBef>
                <a:spcPts val="450"/>
              </a:spcBef>
              <a:spcAft>
                <a:spcPts val="0"/>
              </a:spcAft>
              <a:buSzPts val="1380"/>
              <a:buFont typeface="Garamond"/>
              <a:buNone/>
              <a:defRPr/>
            </a:lvl4pPr>
            <a:lvl5pPr marL="2286000" lvl="4" indent="-228600" algn="l">
              <a:spcBef>
                <a:spcPts val="450"/>
              </a:spcBef>
              <a:spcAft>
                <a:spcPts val="0"/>
              </a:spcAft>
              <a:buSzPts val="1208"/>
              <a:buFont typeface="Garamond"/>
              <a:buNone/>
              <a:defRPr/>
            </a:lvl5pPr>
            <a:lvl6pPr marL="2743200" lvl="5" indent="-360045" algn="l">
              <a:spcBef>
                <a:spcPts val="450"/>
              </a:spcBef>
              <a:spcAft>
                <a:spcPts val="0"/>
              </a:spcAft>
              <a:buSzPts val="2070"/>
              <a:buChar char="•"/>
              <a:defRPr/>
            </a:lvl6pPr>
            <a:lvl7pPr marL="3200400" lvl="6" indent="-360045" algn="l">
              <a:spcBef>
                <a:spcPts val="450"/>
              </a:spcBef>
              <a:spcAft>
                <a:spcPts val="0"/>
              </a:spcAft>
              <a:buSzPts val="2070"/>
              <a:buChar char="•"/>
              <a:defRPr/>
            </a:lvl7pPr>
            <a:lvl8pPr marL="3657600" lvl="7" indent="-360045" algn="l">
              <a:spcBef>
                <a:spcPts val="450"/>
              </a:spcBef>
              <a:spcAft>
                <a:spcPts val="0"/>
              </a:spcAft>
              <a:buSzPts val="2070"/>
              <a:buChar char="•"/>
              <a:defRPr/>
            </a:lvl8pPr>
            <a:lvl9pPr marL="4114800" lvl="8" indent="-360045" algn="l">
              <a:spcBef>
                <a:spcPts val="450"/>
              </a:spcBef>
              <a:spcAft>
                <a:spcPts val="450"/>
              </a:spcAft>
              <a:buSzPts val="2070"/>
              <a:buChar char="•"/>
              <a:defRPr/>
            </a:lvl9pPr>
          </a:lstStyle>
          <a:p>
            <a:endParaRPr/>
          </a:p>
        </p:txBody>
      </p:sp>
      <p:sp>
        <p:nvSpPr>
          <p:cNvPr id="132" name="Google Shape;132;p70"/>
          <p:cNvSpPr txBox="1">
            <a:spLocks noGrp="1"/>
          </p:cNvSpPr>
          <p:nvPr>
            <p:ph type="body" idx="2"/>
          </p:nvPr>
        </p:nvSpPr>
        <p:spPr>
          <a:xfrm>
            <a:off x="971551" y="3257550"/>
            <a:ext cx="7207250" cy="1149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spcBef>
                <a:spcPts val="300"/>
              </a:spcBef>
              <a:spcAft>
                <a:spcPts val="0"/>
              </a:spcAft>
              <a:buSzPts val="1725"/>
              <a:buNone/>
              <a:defRPr sz="1500">
                <a:solidFill>
                  <a:schemeClr val="dk1"/>
                </a:solidFill>
              </a:defRPr>
            </a:lvl1pPr>
            <a:lvl2pPr marL="914400" lvl="1" indent="-228600" algn="l">
              <a:spcBef>
                <a:spcPts val="450"/>
              </a:spcBef>
              <a:spcAft>
                <a:spcPts val="0"/>
              </a:spcAft>
              <a:buSzPts val="1553"/>
              <a:buNone/>
              <a:defRPr sz="135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450"/>
              </a:spcBef>
              <a:spcAft>
                <a:spcPts val="0"/>
              </a:spcAft>
              <a:buSzPts val="138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450"/>
              </a:spcBef>
              <a:spcAft>
                <a:spcPts val="0"/>
              </a:spcAft>
              <a:buSzPts val="1208"/>
              <a:buNone/>
              <a:defRPr sz="105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450"/>
              </a:spcBef>
              <a:spcAft>
                <a:spcPts val="0"/>
              </a:spcAft>
              <a:buSzPts val="1208"/>
              <a:buNone/>
              <a:defRPr sz="105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450"/>
              </a:spcBef>
              <a:spcAft>
                <a:spcPts val="0"/>
              </a:spcAft>
              <a:buSzPts val="1208"/>
              <a:buNone/>
              <a:defRPr sz="105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450"/>
              </a:spcBef>
              <a:spcAft>
                <a:spcPts val="0"/>
              </a:spcAft>
              <a:buSzPts val="1208"/>
              <a:buNone/>
              <a:defRPr sz="105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450"/>
              </a:spcBef>
              <a:spcAft>
                <a:spcPts val="0"/>
              </a:spcAft>
              <a:buSzPts val="1208"/>
              <a:buNone/>
              <a:defRPr sz="105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450"/>
              </a:spcBef>
              <a:spcAft>
                <a:spcPts val="450"/>
              </a:spcAft>
              <a:buSzPts val="1208"/>
              <a:buNone/>
              <a:defRPr sz="105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33" name="Google Shape;133;p70"/>
          <p:cNvSpPr txBox="1">
            <a:spLocks noGrp="1"/>
          </p:cNvSpPr>
          <p:nvPr>
            <p:ph type="dt" idx="10"/>
          </p:nvPr>
        </p:nvSpPr>
        <p:spPr>
          <a:xfrm>
            <a:off x="6508126" y="4476750"/>
            <a:ext cx="12001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70"/>
          <p:cNvSpPr txBox="1">
            <a:spLocks noGrp="1"/>
          </p:cNvSpPr>
          <p:nvPr>
            <p:ph type="ftr" idx="11"/>
          </p:nvPr>
        </p:nvSpPr>
        <p:spPr>
          <a:xfrm>
            <a:off x="971551" y="4476750"/>
            <a:ext cx="5479425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70"/>
          <p:cNvSpPr txBox="1">
            <a:spLocks noGrp="1"/>
          </p:cNvSpPr>
          <p:nvPr>
            <p:ph type="sldNum" idx="12"/>
          </p:nvPr>
        </p:nvSpPr>
        <p:spPr>
          <a:xfrm>
            <a:off x="7765426" y="4476750"/>
            <a:ext cx="407023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6" name="Google Shape;136;p70"/>
          <p:cNvSpPr txBox="1"/>
          <p:nvPr/>
        </p:nvSpPr>
        <p:spPr>
          <a:xfrm>
            <a:off x="646510" y="659971"/>
            <a:ext cx="457200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“</a:t>
            </a:r>
            <a:endParaRPr/>
          </a:p>
        </p:txBody>
      </p:sp>
      <p:sp>
        <p:nvSpPr>
          <p:cNvPr id="137" name="Google Shape;137;p70"/>
          <p:cNvSpPr txBox="1"/>
          <p:nvPr/>
        </p:nvSpPr>
        <p:spPr>
          <a:xfrm>
            <a:off x="7950200" y="2120903"/>
            <a:ext cx="457200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”</a:t>
            </a:r>
            <a:endParaRPr/>
          </a:p>
        </p:txBody>
      </p:sp>
      <p:cxnSp>
        <p:nvCxnSpPr>
          <p:cNvPr id="138" name="Google Shape;138;p70"/>
          <p:cNvCxnSpPr/>
          <p:nvPr/>
        </p:nvCxnSpPr>
        <p:spPr>
          <a:xfrm>
            <a:off x="1047127" y="3105149"/>
            <a:ext cx="7055474" cy="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Kartu Nama">
  <p:cSld name="Kartu Nama"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1"/>
          <p:cNvSpPr txBox="1">
            <a:spLocks noGrp="1"/>
          </p:cNvSpPr>
          <p:nvPr>
            <p:ph type="title"/>
          </p:nvPr>
        </p:nvSpPr>
        <p:spPr>
          <a:xfrm>
            <a:off x="971552" y="2481436"/>
            <a:ext cx="7207251" cy="1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Garamond"/>
              <a:buNone/>
              <a:defRPr sz="24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71"/>
          <p:cNvSpPr txBox="1">
            <a:spLocks noGrp="1"/>
          </p:cNvSpPr>
          <p:nvPr>
            <p:ph type="body" idx="1"/>
          </p:nvPr>
        </p:nvSpPr>
        <p:spPr>
          <a:xfrm>
            <a:off x="971551" y="3583036"/>
            <a:ext cx="7207251" cy="6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SzPts val="1725"/>
              <a:buNone/>
              <a:defRPr sz="1500">
                <a:solidFill>
                  <a:schemeClr val="dk1"/>
                </a:solidFill>
              </a:defRPr>
            </a:lvl1pPr>
            <a:lvl2pPr marL="914400" lvl="1" indent="-228600" algn="l">
              <a:spcBef>
                <a:spcPts val="450"/>
              </a:spcBef>
              <a:spcAft>
                <a:spcPts val="0"/>
              </a:spcAft>
              <a:buSzPts val="1553"/>
              <a:buNone/>
              <a:defRPr sz="135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450"/>
              </a:spcBef>
              <a:spcAft>
                <a:spcPts val="0"/>
              </a:spcAft>
              <a:buSzPts val="138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450"/>
              </a:spcBef>
              <a:spcAft>
                <a:spcPts val="0"/>
              </a:spcAft>
              <a:buSzPts val="1208"/>
              <a:buNone/>
              <a:defRPr sz="105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450"/>
              </a:spcBef>
              <a:spcAft>
                <a:spcPts val="0"/>
              </a:spcAft>
              <a:buSzPts val="1208"/>
              <a:buNone/>
              <a:defRPr sz="105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450"/>
              </a:spcBef>
              <a:spcAft>
                <a:spcPts val="0"/>
              </a:spcAft>
              <a:buSzPts val="1208"/>
              <a:buNone/>
              <a:defRPr sz="105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450"/>
              </a:spcBef>
              <a:spcAft>
                <a:spcPts val="0"/>
              </a:spcAft>
              <a:buSzPts val="1208"/>
              <a:buNone/>
              <a:defRPr sz="105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450"/>
              </a:spcBef>
              <a:spcAft>
                <a:spcPts val="0"/>
              </a:spcAft>
              <a:buSzPts val="1208"/>
              <a:buNone/>
              <a:defRPr sz="105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450"/>
              </a:spcBef>
              <a:spcAft>
                <a:spcPts val="450"/>
              </a:spcAft>
              <a:buSzPts val="1208"/>
              <a:buNone/>
              <a:defRPr sz="105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42" name="Google Shape;142;p71"/>
          <p:cNvSpPr txBox="1">
            <a:spLocks noGrp="1"/>
          </p:cNvSpPr>
          <p:nvPr>
            <p:ph type="dt" idx="10"/>
          </p:nvPr>
        </p:nvSpPr>
        <p:spPr>
          <a:xfrm>
            <a:off x="6508126" y="4476750"/>
            <a:ext cx="12001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71"/>
          <p:cNvSpPr txBox="1">
            <a:spLocks noGrp="1"/>
          </p:cNvSpPr>
          <p:nvPr>
            <p:ph type="ftr" idx="11"/>
          </p:nvPr>
        </p:nvSpPr>
        <p:spPr>
          <a:xfrm>
            <a:off x="971551" y="4476750"/>
            <a:ext cx="5479425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4" name="Google Shape;144;p71"/>
          <p:cNvSpPr txBox="1">
            <a:spLocks noGrp="1"/>
          </p:cNvSpPr>
          <p:nvPr>
            <p:ph type="sldNum" idx="12"/>
          </p:nvPr>
        </p:nvSpPr>
        <p:spPr>
          <a:xfrm>
            <a:off x="7765426" y="4476750"/>
            <a:ext cx="407023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Kartu Nama dengan Kutipan">
  <p:cSld name="Kartu Nama dengan Kutipan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72"/>
          <p:cNvSpPr txBox="1">
            <a:spLocks noGrp="1"/>
          </p:cNvSpPr>
          <p:nvPr>
            <p:ph type="title"/>
          </p:nvPr>
        </p:nvSpPr>
        <p:spPr>
          <a:xfrm>
            <a:off x="1084660" y="736599"/>
            <a:ext cx="6972299" cy="16827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aramond"/>
              <a:buNone/>
              <a:defRPr sz="2400" b="0" cap="none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72"/>
          <p:cNvSpPr txBox="1">
            <a:spLocks noGrp="1"/>
          </p:cNvSpPr>
          <p:nvPr>
            <p:ph type="body" idx="1"/>
          </p:nvPr>
        </p:nvSpPr>
        <p:spPr>
          <a:xfrm>
            <a:off x="971551" y="2729484"/>
            <a:ext cx="7207251" cy="6652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2070"/>
              <a:buNone/>
              <a:defRPr sz="1800">
                <a:solidFill>
                  <a:schemeClr val="dk1"/>
                </a:solidFill>
              </a:defRPr>
            </a:lvl1pPr>
            <a:lvl2pPr marL="914400" lvl="1" indent="-228600" algn="l">
              <a:spcBef>
                <a:spcPts val="450"/>
              </a:spcBef>
              <a:spcAft>
                <a:spcPts val="0"/>
              </a:spcAft>
              <a:buSzPts val="1553"/>
              <a:buNone/>
              <a:defRPr sz="135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450"/>
              </a:spcBef>
              <a:spcAft>
                <a:spcPts val="0"/>
              </a:spcAft>
              <a:buSzPts val="138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450"/>
              </a:spcBef>
              <a:spcAft>
                <a:spcPts val="0"/>
              </a:spcAft>
              <a:buSzPts val="1208"/>
              <a:buNone/>
              <a:defRPr sz="105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450"/>
              </a:spcBef>
              <a:spcAft>
                <a:spcPts val="0"/>
              </a:spcAft>
              <a:buSzPts val="1208"/>
              <a:buNone/>
              <a:defRPr sz="105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450"/>
              </a:spcBef>
              <a:spcAft>
                <a:spcPts val="0"/>
              </a:spcAft>
              <a:buSzPts val="1208"/>
              <a:buNone/>
              <a:defRPr sz="105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450"/>
              </a:spcBef>
              <a:spcAft>
                <a:spcPts val="0"/>
              </a:spcAft>
              <a:buSzPts val="1208"/>
              <a:buNone/>
              <a:defRPr sz="105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450"/>
              </a:spcBef>
              <a:spcAft>
                <a:spcPts val="0"/>
              </a:spcAft>
              <a:buSzPts val="1208"/>
              <a:buNone/>
              <a:defRPr sz="105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450"/>
              </a:spcBef>
              <a:spcAft>
                <a:spcPts val="450"/>
              </a:spcAft>
              <a:buSzPts val="1208"/>
              <a:buNone/>
              <a:defRPr sz="105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48" name="Google Shape;148;p72"/>
          <p:cNvSpPr txBox="1">
            <a:spLocks noGrp="1"/>
          </p:cNvSpPr>
          <p:nvPr>
            <p:ph type="body" idx="2"/>
          </p:nvPr>
        </p:nvSpPr>
        <p:spPr>
          <a:xfrm>
            <a:off x="971551" y="3397250"/>
            <a:ext cx="7207251" cy="1009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70"/>
              </a:spcBef>
              <a:spcAft>
                <a:spcPts val="0"/>
              </a:spcAft>
              <a:buSzPts val="1553"/>
              <a:buNone/>
              <a:defRPr sz="1350">
                <a:solidFill>
                  <a:schemeClr val="dk1"/>
                </a:solidFill>
              </a:defRPr>
            </a:lvl1pPr>
            <a:lvl2pPr marL="914400" lvl="1" indent="-228600" algn="l">
              <a:spcBef>
                <a:spcPts val="450"/>
              </a:spcBef>
              <a:spcAft>
                <a:spcPts val="0"/>
              </a:spcAft>
              <a:buSzPts val="1553"/>
              <a:buNone/>
              <a:defRPr sz="135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450"/>
              </a:spcBef>
              <a:spcAft>
                <a:spcPts val="0"/>
              </a:spcAft>
              <a:buSzPts val="138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450"/>
              </a:spcBef>
              <a:spcAft>
                <a:spcPts val="0"/>
              </a:spcAft>
              <a:buSzPts val="1208"/>
              <a:buNone/>
              <a:defRPr sz="105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450"/>
              </a:spcBef>
              <a:spcAft>
                <a:spcPts val="0"/>
              </a:spcAft>
              <a:buSzPts val="1208"/>
              <a:buNone/>
              <a:defRPr sz="105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450"/>
              </a:spcBef>
              <a:spcAft>
                <a:spcPts val="0"/>
              </a:spcAft>
              <a:buSzPts val="1208"/>
              <a:buNone/>
              <a:defRPr sz="105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450"/>
              </a:spcBef>
              <a:spcAft>
                <a:spcPts val="0"/>
              </a:spcAft>
              <a:buSzPts val="1208"/>
              <a:buNone/>
              <a:defRPr sz="105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450"/>
              </a:spcBef>
              <a:spcAft>
                <a:spcPts val="0"/>
              </a:spcAft>
              <a:buSzPts val="1208"/>
              <a:buNone/>
              <a:defRPr sz="105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450"/>
              </a:spcBef>
              <a:spcAft>
                <a:spcPts val="450"/>
              </a:spcAft>
              <a:buSzPts val="1208"/>
              <a:buNone/>
              <a:defRPr sz="105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49" name="Google Shape;149;p72"/>
          <p:cNvSpPr txBox="1">
            <a:spLocks noGrp="1"/>
          </p:cNvSpPr>
          <p:nvPr>
            <p:ph type="dt" idx="10"/>
          </p:nvPr>
        </p:nvSpPr>
        <p:spPr>
          <a:xfrm>
            <a:off x="6508126" y="4476750"/>
            <a:ext cx="12001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0" name="Google Shape;150;p72"/>
          <p:cNvSpPr txBox="1">
            <a:spLocks noGrp="1"/>
          </p:cNvSpPr>
          <p:nvPr>
            <p:ph type="ftr" idx="11"/>
          </p:nvPr>
        </p:nvSpPr>
        <p:spPr>
          <a:xfrm>
            <a:off x="971551" y="4476750"/>
            <a:ext cx="5479425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72"/>
          <p:cNvSpPr txBox="1">
            <a:spLocks noGrp="1"/>
          </p:cNvSpPr>
          <p:nvPr>
            <p:ph type="sldNum" idx="12"/>
          </p:nvPr>
        </p:nvSpPr>
        <p:spPr>
          <a:xfrm>
            <a:off x="7765426" y="4476750"/>
            <a:ext cx="407023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2" name="Google Shape;152;p72"/>
          <p:cNvSpPr txBox="1"/>
          <p:nvPr/>
        </p:nvSpPr>
        <p:spPr>
          <a:xfrm>
            <a:off x="646510" y="659971"/>
            <a:ext cx="457200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“</a:t>
            </a:r>
            <a:endParaRPr/>
          </a:p>
        </p:txBody>
      </p:sp>
      <p:sp>
        <p:nvSpPr>
          <p:cNvPr id="153" name="Google Shape;153;p72"/>
          <p:cNvSpPr txBox="1"/>
          <p:nvPr/>
        </p:nvSpPr>
        <p:spPr>
          <a:xfrm>
            <a:off x="7950200" y="1949446"/>
            <a:ext cx="457200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”</a:t>
            </a:r>
            <a:endParaRPr/>
          </a:p>
        </p:txBody>
      </p:sp>
      <p:cxnSp>
        <p:nvCxnSpPr>
          <p:cNvPr id="154" name="Google Shape;154;p72"/>
          <p:cNvCxnSpPr/>
          <p:nvPr/>
        </p:nvCxnSpPr>
        <p:spPr>
          <a:xfrm>
            <a:off x="1047127" y="2571750"/>
            <a:ext cx="7055474" cy="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enar atau Salah">
  <p:cSld name="Benar atau Salah"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3"/>
          <p:cNvSpPr txBox="1">
            <a:spLocks noGrp="1"/>
          </p:cNvSpPr>
          <p:nvPr>
            <p:ph type="title"/>
          </p:nvPr>
        </p:nvSpPr>
        <p:spPr>
          <a:xfrm>
            <a:off x="971551" y="736599"/>
            <a:ext cx="7207250" cy="16827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300"/>
              <a:buFont typeface="Garamond"/>
              <a:buNone/>
              <a:defRPr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73"/>
          <p:cNvSpPr txBox="1">
            <a:spLocks noGrp="1"/>
          </p:cNvSpPr>
          <p:nvPr>
            <p:ph type="body" idx="1"/>
          </p:nvPr>
        </p:nvSpPr>
        <p:spPr>
          <a:xfrm>
            <a:off x="971551" y="2722626"/>
            <a:ext cx="7207251" cy="630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2415"/>
              <a:buNone/>
              <a:defRPr sz="2100">
                <a:solidFill>
                  <a:schemeClr val="dk1"/>
                </a:solidFill>
              </a:defRPr>
            </a:lvl1pPr>
            <a:lvl2pPr marL="914400" lvl="1" indent="-228600" algn="l">
              <a:spcBef>
                <a:spcPts val="450"/>
              </a:spcBef>
              <a:spcAft>
                <a:spcPts val="0"/>
              </a:spcAft>
              <a:buSzPts val="1553"/>
              <a:buNone/>
              <a:defRPr sz="135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450"/>
              </a:spcBef>
              <a:spcAft>
                <a:spcPts val="0"/>
              </a:spcAft>
              <a:buSzPts val="138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450"/>
              </a:spcBef>
              <a:spcAft>
                <a:spcPts val="0"/>
              </a:spcAft>
              <a:buSzPts val="1208"/>
              <a:buNone/>
              <a:defRPr sz="105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450"/>
              </a:spcBef>
              <a:spcAft>
                <a:spcPts val="0"/>
              </a:spcAft>
              <a:buSzPts val="1208"/>
              <a:buNone/>
              <a:defRPr sz="105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450"/>
              </a:spcBef>
              <a:spcAft>
                <a:spcPts val="0"/>
              </a:spcAft>
              <a:buSzPts val="1208"/>
              <a:buNone/>
              <a:defRPr sz="105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450"/>
              </a:spcBef>
              <a:spcAft>
                <a:spcPts val="0"/>
              </a:spcAft>
              <a:buSzPts val="1208"/>
              <a:buNone/>
              <a:defRPr sz="105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450"/>
              </a:spcBef>
              <a:spcAft>
                <a:spcPts val="0"/>
              </a:spcAft>
              <a:buSzPts val="1208"/>
              <a:buNone/>
              <a:defRPr sz="105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450"/>
              </a:spcBef>
              <a:spcAft>
                <a:spcPts val="450"/>
              </a:spcAft>
              <a:buSzPts val="1208"/>
              <a:buNone/>
              <a:defRPr sz="105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58" name="Google Shape;158;p73"/>
          <p:cNvSpPr txBox="1">
            <a:spLocks noGrp="1"/>
          </p:cNvSpPr>
          <p:nvPr>
            <p:ph type="body" idx="2"/>
          </p:nvPr>
        </p:nvSpPr>
        <p:spPr>
          <a:xfrm>
            <a:off x="971550" y="3352800"/>
            <a:ext cx="7207253" cy="10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70"/>
              </a:spcBef>
              <a:spcAft>
                <a:spcPts val="0"/>
              </a:spcAft>
              <a:buSzPts val="1553"/>
              <a:buNone/>
              <a:defRPr sz="1350">
                <a:solidFill>
                  <a:schemeClr val="dk1"/>
                </a:solidFill>
              </a:defRPr>
            </a:lvl1pPr>
            <a:lvl2pPr marL="914400" lvl="1" indent="-228600" algn="l">
              <a:spcBef>
                <a:spcPts val="450"/>
              </a:spcBef>
              <a:spcAft>
                <a:spcPts val="0"/>
              </a:spcAft>
              <a:buSzPts val="1553"/>
              <a:buNone/>
              <a:defRPr sz="135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450"/>
              </a:spcBef>
              <a:spcAft>
                <a:spcPts val="0"/>
              </a:spcAft>
              <a:buSzPts val="138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450"/>
              </a:spcBef>
              <a:spcAft>
                <a:spcPts val="0"/>
              </a:spcAft>
              <a:buSzPts val="1208"/>
              <a:buNone/>
              <a:defRPr sz="105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450"/>
              </a:spcBef>
              <a:spcAft>
                <a:spcPts val="0"/>
              </a:spcAft>
              <a:buSzPts val="1208"/>
              <a:buNone/>
              <a:defRPr sz="105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450"/>
              </a:spcBef>
              <a:spcAft>
                <a:spcPts val="0"/>
              </a:spcAft>
              <a:buSzPts val="1208"/>
              <a:buNone/>
              <a:defRPr sz="105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450"/>
              </a:spcBef>
              <a:spcAft>
                <a:spcPts val="0"/>
              </a:spcAft>
              <a:buSzPts val="1208"/>
              <a:buNone/>
              <a:defRPr sz="105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450"/>
              </a:spcBef>
              <a:spcAft>
                <a:spcPts val="0"/>
              </a:spcAft>
              <a:buSzPts val="1208"/>
              <a:buNone/>
              <a:defRPr sz="105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450"/>
              </a:spcBef>
              <a:spcAft>
                <a:spcPts val="450"/>
              </a:spcAft>
              <a:buSzPts val="1208"/>
              <a:buNone/>
              <a:defRPr sz="105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59" name="Google Shape;159;p73"/>
          <p:cNvSpPr txBox="1">
            <a:spLocks noGrp="1"/>
          </p:cNvSpPr>
          <p:nvPr>
            <p:ph type="dt" idx="10"/>
          </p:nvPr>
        </p:nvSpPr>
        <p:spPr>
          <a:xfrm>
            <a:off x="6508126" y="4476750"/>
            <a:ext cx="12001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73"/>
          <p:cNvSpPr txBox="1">
            <a:spLocks noGrp="1"/>
          </p:cNvSpPr>
          <p:nvPr>
            <p:ph type="ftr" idx="11"/>
          </p:nvPr>
        </p:nvSpPr>
        <p:spPr>
          <a:xfrm>
            <a:off x="971551" y="4476750"/>
            <a:ext cx="5479425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73"/>
          <p:cNvSpPr txBox="1">
            <a:spLocks noGrp="1"/>
          </p:cNvSpPr>
          <p:nvPr>
            <p:ph type="sldNum" idx="12"/>
          </p:nvPr>
        </p:nvSpPr>
        <p:spPr>
          <a:xfrm>
            <a:off x="7765426" y="4476750"/>
            <a:ext cx="407023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62" name="Google Shape;162;p73"/>
          <p:cNvCxnSpPr/>
          <p:nvPr/>
        </p:nvCxnSpPr>
        <p:spPr>
          <a:xfrm>
            <a:off x="1047127" y="2571750"/>
            <a:ext cx="7055474" cy="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Judul dan Teks Vertikal" type="vertTx">
  <p:cSld name="VERTICAL_TEXT"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74"/>
          <p:cNvSpPr txBox="1">
            <a:spLocks noGrp="1"/>
          </p:cNvSpPr>
          <p:nvPr>
            <p:ph type="title"/>
          </p:nvPr>
        </p:nvSpPr>
        <p:spPr>
          <a:xfrm>
            <a:off x="971552" y="736600"/>
            <a:ext cx="7200897" cy="9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300"/>
              <a:buFont typeface="Garamond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5" name="Google Shape;165;p74"/>
          <p:cNvSpPr txBox="1">
            <a:spLocks noGrp="1"/>
          </p:cNvSpPr>
          <p:nvPr>
            <p:ph type="body" idx="1"/>
          </p:nvPr>
        </p:nvSpPr>
        <p:spPr>
          <a:xfrm rot="5400000">
            <a:off x="3327398" y="-438149"/>
            <a:ext cx="2489202" cy="7200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0045" algn="l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marL="914400" lvl="1" indent="-360044" algn="l">
              <a:spcBef>
                <a:spcPts val="450"/>
              </a:spcBef>
              <a:spcAft>
                <a:spcPts val="0"/>
              </a:spcAft>
              <a:buSzPts val="2070"/>
              <a:buChar char="•"/>
              <a:defRPr/>
            </a:lvl2pPr>
            <a:lvl3pPr marL="1371600" lvl="2" indent="-360044" algn="l">
              <a:spcBef>
                <a:spcPts val="450"/>
              </a:spcBef>
              <a:spcAft>
                <a:spcPts val="0"/>
              </a:spcAft>
              <a:buSzPts val="2070"/>
              <a:buChar char="•"/>
              <a:defRPr/>
            </a:lvl3pPr>
            <a:lvl4pPr marL="1828800" lvl="3" indent="-360044" algn="l">
              <a:spcBef>
                <a:spcPts val="450"/>
              </a:spcBef>
              <a:spcAft>
                <a:spcPts val="0"/>
              </a:spcAft>
              <a:buSzPts val="2070"/>
              <a:buChar char="•"/>
              <a:defRPr/>
            </a:lvl4pPr>
            <a:lvl5pPr marL="2286000" lvl="4" indent="-360045" algn="l">
              <a:spcBef>
                <a:spcPts val="450"/>
              </a:spcBef>
              <a:spcAft>
                <a:spcPts val="0"/>
              </a:spcAft>
              <a:buSzPts val="2070"/>
              <a:buChar char="•"/>
              <a:defRPr/>
            </a:lvl5pPr>
            <a:lvl6pPr marL="2743200" lvl="5" indent="-360045" algn="l">
              <a:spcBef>
                <a:spcPts val="450"/>
              </a:spcBef>
              <a:spcAft>
                <a:spcPts val="0"/>
              </a:spcAft>
              <a:buSzPts val="2070"/>
              <a:buChar char="•"/>
              <a:defRPr/>
            </a:lvl6pPr>
            <a:lvl7pPr marL="3200400" lvl="6" indent="-360045" algn="l">
              <a:spcBef>
                <a:spcPts val="450"/>
              </a:spcBef>
              <a:spcAft>
                <a:spcPts val="0"/>
              </a:spcAft>
              <a:buSzPts val="2070"/>
              <a:buChar char="•"/>
              <a:defRPr/>
            </a:lvl7pPr>
            <a:lvl8pPr marL="3657600" lvl="7" indent="-360045" algn="l">
              <a:spcBef>
                <a:spcPts val="450"/>
              </a:spcBef>
              <a:spcAft>
                <a:spcPts val="0"/>
              </a:spcAft>
              <a:buSzPts val="2070"/>
              <a:buChar char="•"/>
              <a:defRPr/>
            </a:lvl8pPr>
            <a:lvl9pPr marL="4114800" lvl="8" indent="-360045" algn="l">
              <a:spcBef>
                <a:spcPts val="450"/>
              </a:spcBef>
              <a:spcAft>
                <a:spcPts val="450"/>
              </a:spcAft>
              <a:buSzPts val="2070"/>
              <a:buChar char="•"/>
              <a:defRPr/>
            </a:lvl9pPr>
          </a:lstStyle>
          <a:p>
            <a:endParaRPr/>
          </a:p>
        </p:txBody>
      </p:sp>
      <p:sp>
        <p:nvSpPr>
          <p:cNvPr id="166" name="Google Shape;166;p74"/>
          <p:cNvSpPr txBox="1">
            <a:spLocks noGrp="1"/>
          </p:cNvSpPr>
          <p:nvPr>
            <p:ph type="dt" idx="10"/>
          </p:nvPr>
        </p:nvSpPr>
        <p:spPr>
          <a:xfrm>
            <a:off x="6508126" y="4476750"/>
            <a:ext cx="12001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7" name="Google Shape;167;p74"/>
          <p:cNvSpPr txBox="1">
            <a:spLocks noGrp="1"/>
          </p:cNvSpPr>
          <p:nvPr>
            <p:ph type="ftr" idx="11"/>
          </p:nvPr>
        </p:nvSpPr>
        <p:spPr>
          <a:xfrm>
            <a:off x="971551" y="4476750"/>
            <a:ext cx="5479425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8" name="Google Shape;168;p74"/>
          <p:cNvSpPr txBox="1">
            <a:spLocks noGrp="1"/>
          </p:cNvSpPr>
          <p:nvPr>
            <p:ph type="sldNum" idx="12"/>
          </p:nvPr>
        </p:nvSpPr>
        <p:spPr>
          <a:xfrm>
            <a:off x="7765426" y="4476750"/>
            <a:ext cx="407023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69" name="Google Shape;169;p74"/>
          <p:cNvCxnSpPr/>
          <p:nvPr/>
        </p:nvCxnSpPr>
        <p:spPr>
          <a:xfrm>
            <a:off x="1047127" y="1816100"/>
            <a:ext cx="7055474" cy="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Judul Vertikal dan Teks" type="vertTitleAndTx">
  <p:cSld name="VERTICAL_TITLE_AND_VERTICAL_TEXT"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5"/>
          <p:cNvSpPr txBox="1">
            <a:spLocks noGrp="1"/>
          </p:cNvSpPr>
          <p:nvPr>
            <p:ph type="title"/>
          </p:nvPr>
        </p:nvSpPr>
        <p:spPr>
          <a:xfrm rot="5400000">
            <a:off x="5623453" y="1862664"/>
            <a:ext cx="3670301" cy="1418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2" name="Google Shape;172;p75"/>
          <p:cNvSpPr txBox="1">
            <a:spLocks noGrp="1"/>
          </p:cNvSpPr>
          <p:nvPr>
            <p:ph type="body" idx="1"/>
          </p:nvPr>
        </p:nvSpPr>
        <p:spPr>
          <a:xfrm rot="5400000">
            <a:off x="1923783" y="-215635"/>
            <a:ext cx="3670301" cy="55747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0045" algn="l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marL="914400" lvl="1" indent="-360044" algn="l">
              <a:spcBef>
                <a:spcPts val="450"/>
              </a:spcBef>
              <a:spcAft>
                <a:spcPts val="0"/>
              </a:spcAft>
              <a:buSzPts val="2070"/>
              <a:buChar char="•"/>
              <a:defRPr/>
            </a:lvl2pPr>
            <a:lvl3pPr marL="1371600" lvl="2" indent="-360044" algn="l">
              <a:spcBef>
                <a:spcPts val="450"/>
              </a:spcBef>
              <a:spcAft>
                <a:spcPts val="0"/>
              </a:spcAft>
              <a:buSzPts val="2070"/>
              <a:buChar char="•"/>
              <a:defRPr/>
            </a:lvl3pPr>
            <a:lvl4pPr marL="1828800" lvl="3" indent="-360044" algn="l">
              <a:spcBef>
                <a:spcPts val="450"/>
              </a:spcBef>
              <a:spcAft>
                <a:spcPts val="0"/>
              </a:spcAft>
              <a:buSzPts val="2070"/>
              <a:buChar char="•"/>
              <a:defRPr/>
            </a:lvl4pPr>
            <a:lvl5pPr marL="2286000" lvl="4" indent="-360045" algn="l">
              <a:spcBef>
                <a:spcPts val="450"/>
              </a:spcBef>
              <a:spcAft>
                <a:spcPts val="0"/>
              </a:spcAft>
              <a:buSzPts val="2070"/>
              <a:buChar char="•"/>
              <a:defRPr/>
            </a:lvl5pPr>
            <a:lvl6pPr marL="2743200" lvl="5" indent="-360045" algn="l">
              <a:spcBef>
                <a:spcPts val="450"/>
              </a:spcBef>
              <a:spcAft>
                <a:spcPts val="0"/>
              </a:spcAft>
              <a:buSzPts val="2070"/>
              <a:buChar char="•"/>
              <a:defRPr/>
            </a:lvl6pPr>
            <a:lvl7pPr marL="3200400" lvl="6" indent="-360045" algn="l">
              <a:spcBef>
                <a:spcPts val="450"/>
              </a:spcBef>
              <a:spcAft>
                <a:spcPts val="0"/>
              </a:spcAft>
              <a:buSzPts val="2070"/>
              <a:buChar char="•"/>
              <a:defRPr/>
            </a:lvl7pPr>
            <a:lvl8pPr marL="3657600" lvl="7" indent="-360045" algn="l">
              <a:spcBef>
                <a:spcPts val="450"/>
              </a:spcBef>
              <a:spcAft>
                <a:spcPts val="0"/>
              </a:spcAft>
              <a:buSzPts val="2070"/>
              <a:buChar char="•"/>
              <a:defRPr/>
            </a:lvl8pPr>
            <a:lvl9pPr marL="4114800" lvl="8" indent="-360045" algn="l">
              <a:spcBef>
                <a:spcPts val="450"/>
              </a:spcBef>
              <a:spcAft>
                <a:spcPts val="450"/>
              </a:spcAft>
              <a:buSzPts val="2070"/>
              <a:buChar char="•"/>
              <a:defRPr/>
            </a:lvl9pPr>
          </a:lstStyle>
          <a:p>
            <a:endParaRPr/>
          </a:p>
        </p:txBody>
      </p:sp>
      <p:sp>
        <p:nvSpPr>
          <p:cNvPr id="173" name="Google Shape;173;p75"/>
          <p:cNvSpPr txBox="1">
            <a:spLocks noGrp="1"/>
          </p:cNvSpPr>
          <p:nvPr>
            <p:ph type="dt" idx="10"/>
          </p:nvPr>
        </p:nvSpPr>
        <p:spPr>
          <a:xfrm>
            <a:off x="6508126" y="4476750"/>
            <a:ext cx="12001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4" name="Google Shape;174;p75"/>
          <p:cNvSpPr txBox="1">
            <a:spLocks noGrp="1"/>
          </p:cNvSpPr>
          <p:nvPr>
            <p:ph type="ftr" idx="11"/>
          </p:nvPr>
        </p:nvSpPr>
        <p:spPr>
          <a:xfrm>
            <a:off x="971551" y="4476750"/>
            <a:ext cx="5479425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5" name="Google Shape;175;p75"/>
          <p:cNvSpPr txBox="1">
            <a:spLocks noGrp="1"/>
          </p:cNvSpPr>
          <p:nvPr>
            <p:ph type="sldNum" idx="12"/>
          </p:nvPr>
        </p:nvSpPr>
        <p:spPr>
          <a:xfrm>
            <a:off x="7765426" y="4476750"/>
            <a:ext cx="407023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76" name="Google Shape;176;p75"/>
          <p:cNvCxnSpPr/>
          <p:nvPr/>
        </p:nvCxnSpPr>
        <p:spPr>
          <a:xfrm>
            <a:off x="6647918" y="742950"/>
            <a:ext cx="0" cy="365760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8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6;p53"/>
          <p:cNvGrpSpPr/>
          <p:nvPr/>
        </p:nvGrpSpPr>
        <p:grpSpPr>
          <a:xfrm>
            <a:off x="-11802" y="0"/>
            <a:ext cx="9172472" cy="5142161"/>
            <a:chOff x="-15736" y="0"/>
            <a:chExt cx="12229962" cy="6856214"/>
          </a:xfrm>
        </p:grpSpPr>
        <p:pic>
          <p:nvPicPr>
            <p:cNvPr id="7" name="Google Shape;7;p53" descr="HD-PanelContent.png"/>
            <p:cNvPicPr preferRelativeResize="0"/>
            <p:nvPr/>
          </p:nvPicPr>
          <p:blipFill rotWithShape="1">
            <a:blip r:embed="rId19">
              <a:alphaModFix/>
            </a:blip>
            <a:srcRect/>
            <a:stretch/>
          </p:blipFill>
          <p:spPr>
            <a:xfrm>
              <a:off x="0" y="0"/>
              <a:ext cx="12188825" cy="685621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" name="Google Shape;8;p53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9" name="Google Shape;9;p53" descr="HDRibbonContent-UniformTrim.png"/>
            <p:cNvPicPr preferRelativeResize="0"/>
            <p:nvPr/>
          </p:nvPicPr>
          <p:blipFill rotWithShape="1">
            <a:blip r:embed="rId20">
              <a:alphaModFix/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" name="Google Shape;10;p53" descr="HDRibbonContent-UniformTrim.png"/>
            <p:cNvPicPr preferRelativeResize="0"/>
            <p:nvPr/>
          </p:nvPicPr>
          <p:blipFill rotWithShape="1">
            <a:blip r:embed="rId20">
              <a:alphaModFix/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" name="Google Shape;11;p53"/>
          <p:cNvSpPr txBox="1">
            <a:spLocks noGrp="1"/>
          </p:cNvSpPr>
          <p:nvPr>
            <p:ph type="title"/>
          </p:nvPr>
        </p:nvSpPr>
        <p:spPr>
          <a:xfrm>
            <a:off x="971552" y="736600"/>
            <a:ext cx="7200897" cy="9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300"/>
              <a:buFont typeface="Garamond"/>
              <a:buNone/>
              <a:defRPr sz="33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2" name="Google Shape;12;p53"/>
          <p:cNvSpPr txBox="1">
            <a:spLocks noGrp="1"/>
          </p:cNvSpPr>
          <p:nvPr>
            <p:ph type="body" idx="1"/>
          </p:nvPr>
        </p:nvSpPr>
        <p:spPr>
          <a:xfrm>
            <a:off x="971551" y="1917699"/>
            <a:ext cx="7200897" cy="24892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0045" algn="l" rtl="0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2070"/>
              <a:buFont typeface="Arial"/>
              <a:buChar char="•"/>
              <a:defRPr sz="18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L="914400" marR="0" lvl="1" indent="-338137" algn="l" rtl="0">
              <a:spcBef>
                <a:spcPts val="450"/>
              </a:spcBef>
              <a:spcAft>
                <a:spcPts val="0"/>
              </a:spcAft>
              <a:buClr>
                <a:schemeClr val="accent1"/>
              </a:buClr>
              <a:buSzPts val="1725"/>
              <a:buFont typeface="Arial"/>
              <a:buChar char="•"/>
              <a:defRPr sz="15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L="1371600" marR="0" lvl="2" indent="-327183" algn="l" rtl="0">
              <a:spcBef>
                <a:spcPts val="450"/>
              </a:spcBef>
              <a:spcAft>
                <a:spcPts val="0"/>
              </a:spcAft>
              <a:buClr>
                <a:schemeClr val="accent1"/>
              </a:buClr>
              <a:buSzPts val="1553"/>
              <a:buFont typeface="Arial"/>
              <a:buChar char="•"/>
              <a:defRPr sz="135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L="1828800" marR="0" lvl="3" indent="-316230" algn="l" rtl="0">
              <a:spcBef>
                <a:spcPts val="450"/>
              </a:spcBef>
              <a:spcAft>
                <a:spcPts val="0"/>
              </a:spcAft>
              <a:buClr>
                <a:schemeClr val="accent1"/>
              </a:buClr>
              <a:buSzPts val="1380"/>
              <a:buFont typeface="Arial"/>
              <a:buChar char="•"/>
              <a:defRPr sz="12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L="2286000" marR="0" lvl="4" indent="-305276" algn="l" rtl="0">
              <a:spcBef>
                <a:spcPts val="450"/>
              </a:spcBef>
              <a:spcAft>
                <a:spcPts val="0"/>
              </a:spcAft>
              <a:buClr>
                <a:schemeClr val="accent1"/>
              </a:buClr>
              <a:buSzPts val="1208"/>
              <a:buFont typeface="Arial"/>
              <a:buChar char="•"/>
              <a:defRPr sz="105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L="2743200" marR="0" lvl="5" indent="-305276" algn="l" rtl="0">
              <a:spcBef>
                <a:spcPts val="450"/>
              </a:spcBef>
              <a:spcAft>
                <a:spcPts val="0"/>
              </a:spcAft>
              <a:buClr>
                <a:schemeClr val="accent1"/>
              </a:buClr>
              <a:buSzPts val="1208"/>
              <a:buFont typeface="Arial"/>
              <a:buChar char="•"/>
              <a:defRPr sz="105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L="3200400" marR="0" lvl="6" indent="-305276" algn="l" rtl="0">
              <a:spcBef>
                <a:spcPts val="450"/>
              </a:spcBef>
              <a:spcAft>
                <a:spcPts val="0"/>
              </a:spcAft>
              <a:buClr>
                <a:schemeClr val="accent1"/>
              </a:buClr>
              <a:buSzPts val="1208"/>
              <a:buFont typeface="Arial"/>
              <a:buChar char="•"/>
              <a:defRPr sz="105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L="3657600" marR="0" lvl="7" indent="-305276" algn="l" rtl="0">
              <a:spcBef>
                <a:spcPts val="450"/>
              </a:spcBef>
              <a:spcAft>
                <a:spcPts val="0"/>
              </a:spcAft>
              <a:buClr>
                <a:schemeClr val="accent1"/>
              </a:buClr>
              <a:buSzPts val="1208"/>
              <a:buFont typeface="Arial"/>
              <a:buChar char="•"/>
              <a:defRPr sz="105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L="4114800" marR="0" lvl="8" indent="-305276" algn="l" rtl="0">
              <a:spcBef>
                <a:spcPts val="450"/>
              </a:spcBef>
              <a:spcAft>
                <a:spcPts val="450"/>
              </a:spcAft>
              <a:buClr>
                <a:schemeClr val="accent1"/>
              </a:buClr>
              <a:buSzPts val="1208"/>
              <a:buFont typeface="Arial"/>
              <a:buChar char="•"/>
              <a:defRPr sz="105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endParaRPr/>
          </a:p>
        </p:txBody>
      </p:sp>
      <p:sp>
        <p:nvSpPr>
          <p:cNvPr id="13" name="Google Shape;13;p53"/>
          <p:cNvSpPr txBox="1">
            <a:spLocks noGrp="1"/>
          </p:cNvSpPr>
          <p:nvPr>
            <p:ph type="dt" idx="10"/>
          </p:nvPr>
        </p:nvSpPr>
        <p:spPr>
          <a:xfrm>
            <a:off x="6508126" y="4476750"/>
            <a:ext cx="12001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75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endParaRPr/>
          </a:p>
        </p:txBody>
      </p:sp>
      <p:sp>
        <p:nvSpPr>
          <p:cNvPr id="14" name="Google Shape;14;p53"/>
          <p:cNvSpPr txBox="1">
            <a:spLocks noGrp="1"/>
          </p:cNvSpPr>
          <p:nvPr>
            <p:ph type="ftr" idx="11"/>
          </p:nvPr>
        </p:nvSpPr>
        <p:spPr>
          <a:xfrm>
            <a:off x="971551" y="4476750"/>
            <a:ext cx="5479425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5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endParaRPr/>
          </a:p>
        </p:txBody>
      </p:sp>
      <p:sp>
        <p:nvSpPr>
          <p:cNvPr id="15" name="Google Shape;15;p53"/>
          <p:cNvSpPr txBox="1">
            <a:spLocks noGrp="1"/>
          </p:cNvSpPr>
          <p:nvPr>
            <p:ph type="sldNum" idx="12"/>
          </p:nvPr>
        </p:nvSpPr>
        <p:spPr>
          <a:xfrm>
            <a:off x="7765426" y="4476750"/>
            <a:ext cx="407023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L="0" marR="0" lvl="1" indent="0" algn="r" rtl="0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L="0" marR="0" lvl="2" indent="0" algn="r" rtl="0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L="0" marR="0" lvl="3" indent="0" algn="r" rtl="0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L="0" marR="0" lvl="4" indent="0" algn="r" rtl="0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L="0" marR="0" lvl="5" indent="0" algn="r" rtl="0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L="0" marR="0" lvl="6" indent="0" algn="r" rtl="0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L="0" marR="0" lvl="7" indent="0" algn="r" rtl="0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L="0" marR="0" lvl="8" indent="0" algn="r" rtl="0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65" r:id="rId11"/>
    <p:sldLayoutId id="2147483666" r:id="rId12"/>
    <p:sldLayoutId id="2147483667" r:id="rId13"/>
    <p:sldLayoutId id="2147483668" r:id="rId14"/>
    <p:sldLayoutId id="2147483669" r:id="rId15"/>
    <p:sldLayoutId id="2147483670" r:id="rId1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"/>
          <p:cNvSpPr txBox="1"/>
          <p:nvPr/>
        </p:nvSpPr>
        <p:spPr>
          <a:xfrm>
            <a:off x="165660" y="164397"/>
            <a:ext cx="8621673" cy="4716331"/>
          </a:xfrm>
          <a:prstGeom prst="rect">
            <a:avLst/>
          </a:prstGeom>
          <a:solidFill>
            <a:srgbClr val="F8EFD7"/>
          </a:solidFill>
          <a:ln>
            <a:noFill/>
          </a:ln>
        </p:spPr>
        <p:txBody>
          <a:bodyPr spcFirstLastPara="1" wrap="square" lIns="68550" tIns="68550" rIns="68550" bIns="68550" anchor="ctr" anchorCtr="0">
            <a:no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Bell MT"/>
                <a:ea typeface="Bell MT"/>
                <a:cs typeface="Bell MT"/>
                <a:sym typeface="Bell MT"/>
              </a:rPr>
              <a:t>	</a:t>
            </a:r>
            <a:endParaRPr/>
          </a:p>
        </p:txBody>
      </p:sp>
      <p:sp>
        <p:nvSpPr>
          <p:cNvPr id="193" name="Google Shape;193;p3"/>
          <p:cNvSpPr txBox="1"/>
          <p:nvPr/>
        </p:nvSpPr>
        <p:spPr>
          <a:xfrm>
            <a:off x="377612" y="164397"/>
            <a:ext cx="8197770" cy="4617954"/>
          </a:xfrm>
          <a:prstGeom prst="rect">
            <a:avLst/>
          </a:prstGeom>
          <a:solidFill>
            <a:srgbClr val="F8EFD7"/>
          </a:solidFill>
          <a:ln>
            <a:noFill/>
          </a:ln>
        </p:spPr>
        <p:txBody>
          <a:bodyPr spcFirstLastPara="1" wrap="square" lIns="68550" tIns="68550" rIns="68550" bIns="68550" anchor="ctr" anchorCtr="0">
            <a:noAutofit/>
          </a:bodyPr>
          <a:lstStyle/>
          <a:p>
            <a:pPr marL="457200" marR="0" lvl="0" indent="-457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aramond"/>
              <a:buAutoNum type="alphaUcPeriod"/>
            </a:pPr>
            <a:r>
              <a:rPr lang="en-US" sz="2800" b="1" i="0" u="none" strike="noStrike" cap="none">
                <a:solidFill>
                  <a:schemeClr val="dk1"/>
                </a:solidFill>
                <a:latin typeface="Bell MT"/>
                <a:ea typeface="Bell MT"/>
                <a:cs typeface="Bell MT"/>
                <a:sym typeface="Bell MT"/>
              </a:rPr>
              <a:t>Kegiatan Intra Kurikuler</a:t>
            </a:r>
            <a:endParaRPr sz="2800" b="1" i="0" u="none" strike="noStrike" cap="none">
              <a:solidFill>
                <a:schemeClr val="dk1"/>
              </a:solidFill>
              <a:latin typeface="Bell MT"/>
              <a:ea typeface="Bell MT"/>
              <a:cs typeface="Bell MT"/>
              <a:sym typeface="Bell MT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Bell MT"/>
                <a:ea typeface="Bell MT"/>
                <a:cs typeface="Bell MT"/>
                <a:sym typeface="Bell MT"/>
              </a:rPr>
              <a:t>      1. Daftar Mata Pelajaran dan Muatan Lokal</a:t>
            </a:r>
            <a:endParaRPr sz="2800" b="0" i="0" u="none" strike="noStrike" cap="none">
              <a:solidFill>
                <a:schemeClr val="dk1"/>
              </a:solidFill>
              <a:latin typeface="Bell MT"/>
              <a:ea typeface="Bell MT"/>
              <a:cs typeface="Bell MT"/>
              <a:sym typeface="Bell MT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Bell MT"/>
                <a:ea typeface="Bell MT"/>
                <a:cs typeface="Bell MT"/>
                <a:sym typeface="Bell MT"/>
              </a:rPr>
              <a:t>      2. Pengaturan Alokasi Waktu Per Mata Pelajaran, 	Muatan Lokal, dan Pemberdayaan dan 	Keterampilan berbasis Profil Pelajar      </a:t>
            </a:r>
            <a:endParaRPr/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Bell MT"/>
                <a:ea typeface="Bell MT"/>
                <a:cs typeface="Bell MT"/>
                <a:sym typeface="Bell MT"/>
              </a:rPr>
              <a:t>          Pancasila 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4"/>
          <p:cNvSpPr txBox="1"/>
          <p:nvPr/>
        </p:nvSpPr>
        <p:spPr>
          <a:xfrm>
            <a:off x="284121" y="270457"/>
            <a:ext cx="8621673" cy="4777954"/>
          </a:xfrm>
          <a:prstGeom prst="rect">
            <a:avLst/>
          </a:prstGeom>
          <a:solidFill>
            <a:srgbClr val="F8EFD7"/>
          </a:solidFill>
          <a:ln>
            <a:noFill/>
          </a:ln>
        </p:spPr>
        <p:txBody>
          <a:bodyPr spcFirstLastPara="1" wrap="square" lIns="68550" tIns="68550" rIns="68550" bIns="68550" anchor="ctr" anchorCtr="0">
            <a:no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Bell MT"/>
                <a:ea typeface="Bell MT"/>
                <a:cs typeface="Bell MT"/>
                <a:sym typeface="Bell MT"/>
              </a:rPr>
              <a:t>	</a:t>
            </a:r>
            <a:endParaRPr/>
          </a:p>
        </p:txBody>
      </p:sp>
      <p:sp>
        <p:nvSpPr>
          <p:cNvPr id="199" name="Google Shape;199;p4"/>
          <p:cNvSpPr txBox="1"/>
          <p:nvPr/>
        </p:nvSpPr>
        <p:spPr>
          <a:xfrm>
            <a:off x="238206" y="1176086"/>
            <a:ext cx="8197770" cy="35590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68550" rIns="68550" bIns="68550" anchor="ctr" anchorCtr="0">
            <a:noAutofit/>
          </a:bodyPr>
          <a:lstStyle/>
          <a:p>
            <a:pPr marL="3429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aramond"/>
              <a:buAutoNum type="arabicPeriod"/>
            </a:pPr>
            <a:r>
              <a:rPr lang="en-US" sz="2800" b="0" i="0" u="none" strike="noStrike" cap="none">
                <a:solidFill>
                  <a:schemeClr val="dk1"/>
                </a:solidFill>
                <a:latin typeface="Bell MT"/>
                <a:ea typeface="Bell MT"/>
                <a:cs typeface="Bell MT"/>
                <a:sym typeface="Bell MT"/>
              </a:rPr>
              <a:t>Daftar Mata Pelajaran dan Muatan Lokal</a:t>
            </a:r>
            <a:endParaRPr sz="2800" b="0" i="0" u="none" strike="noStrike" cap="none">
              <a:solidFill>
                <a:schemeClr val="dk1"/>
              </a:solidFill>
              <a:latin typeface="Bell MT"/>
              <a:ea typeface="Bell MT"/>
              <a:cs typeface="Bell MT"/>
              <a:sym typeface="Bell MT"/>
            </a:endParaRPr>
          </a:p>
          <a:p>
            <a:pPr marL="684213" marR="0" lvl="0" indent="-338138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aramond"/>
              <a:buAutoNum type="alphaLcPeriod"/>
            </a:pPr>
            <a:r>
              <a:rPr lang="en-US" sz="2800" b="0" i="0" u="none" strike="noStrike" cap="none">
                <a:solidFill>
                  <a:schemeClr val="dk1"/>
                </a:solidFill>
                <a:latin typeface="Bell MT"/>
                <a:ea typeface="Bell MT"/>
                <a:cs typeface="Bell MT"/>
                <a:sym typeface="Bell MT"/>
              </a:rPr>
              <a:t>Daftar Mata Pelajaran dan Muatan Lokal Paket A</a:t>
            </a:r>
            <a:endParaRPr/>
          </a:p>
          <a:p>
            <a:pPr marL="688975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aramond"/>
              <a:buAutoNum type="alphaLcPeriod"/>
            </a:pPr>
            <a:r>
              <a:rPr lang="en-US" sz="2800" b="0" i="0" u="none" strike="noStrike" cap="none">
                <a:solidFill>
                  <a:schemeClr val="dk1"/>
                </a:solidFill>
                <a:latin typeface="Bell MT"/>
                <a:ea typeface="Bell MT"/>
                <a:cs typeface="Bell MT"/>
                <a:sym typeface="Bell MT"/>
              </a:rPr>
              <a:t>Daftar Mata Pelajaran dan Muatan Lokal Paket B</a:t>
            </a:r>
            <a:endParaRPr/>
          </a:p>
          <a:p>
            <a:pPr marL="688975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aramond"/>
              <a:buAutoNum type="alphaLcPeriod"/>
            </a:pPr>
            <a:r>
              <a:rPr lang="en-US" sz="2800" b="0" i="0" u="none" strike="noStrike" cap="none">
                <a:solidFill>
                  <a:schemeClr val="dk1"/>
                </a:solidFill>
                <a:latin typeface="Bell MT"/>
                <a:ea typeface="Bell MT"/>
                <a:cs typeface="Bell MT"/>
                <a:sym typeface="Bell MT"/>
              </a:rPr>
              <a:t>Daftar Mata Pelajaran dan Muatan Lokal Paket C       </a:t>
            </a:r>
            <a:endParaRPr/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Bell MT"/>
                <a:ea typeface="Bell MT"/>
                <a:cs typeface="Bell MT"/>
                <a:sym typeface="Bell MT"/>
              </a:rPr>
              <a:t>	</a:t>
            </a:r>
            <a:endParaRPr/>
          </a:p>
        </p:txBody>
      </p:sp>
      <p:sp>
        <p:nvSpPr>
          <p:cNvPr id="200" name="Google Shape;200;p4"/>
          <p:cNvSpPr txBox="1"/>
          <p:nvPr/>
        </p:nvSpPr>
        <p:spPr>
          <a:xfrm>
            <a:off x="526357" y="347298"/>
            <a:ext cx="1717381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Bell MT"/>
                <a:ea typeface="Bell MT"/>
                <a:cs typeface="Bell MT"/>
                <a:sym typeface="Bell MT"/>
              </a:rPr>
              <a:t>UMUM</a:t>
            </a:r>
            <a:endParaRPr sz="28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5"/>
          <p:cNvSpPr txBox="1"/>
          <p:nvPr/>
        </p:nvSpPr>
        <p:spPr>
          <a:xfrm>
            <a:off x="284121" y="262773"/>
            <a:ext cx="8621673" cy="4777954"/>
          </a:xfrm>
          <a:prstGeom prst="rect">
            <a:avLst/>
          </a:prstGeom>
          <a:solidFill>
            <a:srgbClr val="F8EFD7"/>
          </a:solidFill>
          <a:ln>
            <a:noFill/>
          </a:ln>
        </p:spPr>
        <p:txBody>
          <a:bodyPr spcFirstLastPara="1" wrap="square" lIns="68550" tIns="68550" rIns="68550" bIns="68550" anchor="ctr" anchorCtr="0">
            <a:no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>
                <a:solidFill>
                  <a:schemeClr val="dk1"/>
                </a:solidFill>
                <a:latin typeface="Bell MT"/>
                <a:ea typeface="Bell MT"/>
                <a:cs typeface="Bell MT"/>
                <a:sym typeface="Bell MT"/>
              </a:rPr>
              <a:t>	</a:t>
            </a:r>
            <a:endParaRPr/>
          </a:p>
        </p:txBody>
      </p:sp>
      <p:sp>
        <p:nvSpPr>
          <p:cNvPr id="206" name="Google Shape;206;p5"/>
          <p:cNvSpPr txBox="1"/>
          <p:nvPr/>
        </p:nvSpPr>
        <p:spPr>
          <a:xfrm>
            <a:off x="138313" y="906467"/>
            <a:ext cx="8197770" cy="4303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68550" rIns="68550" bIns="68550" anchor="ctr" anchorCtr="0">
            <a:no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>
              <a:solidFill>
                <a:schemeClr val="dk1"/>
              </a:solidFill>
              <a:latin typeface="Bell MT"/>
              <a:ea typeface="Bell MT"/>
              <a:cs typeface="Bell MT"/>
              <a:sym typeface="Bell MT"/>
            </a:endParaRPr>
          </a:p>
          <a:p>
            <a:pPr marL="3429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aramond"/>
              <a:buAutoNum type="arabicPeriod"/>
            </a:pPr>
            <a:r>
              <a:rPr lang="en-US" sz="1800" b="0" i="0">
                <a:solidFill>
                  <a:schemeClr val="dk1"/>
                </a:solidFill>
                <a:latin typeface="Bell MT"/>
                <a:ea typeface="Bell MT"/>
                <a:cs typeface="Bell MT"/>
                <a:sym typeface="Bell MT"/>
              </a:rPr>
              <a:t>Daftar Mata Pelajaran dan Muatan Lokal</a:t>
            </a:r>
            <a:endParaRPr sz="1800" b="0" i="0">
              <a:solidFill>
                <a:schemeClr val="dk1"/>
              </a:solidFill>
              <a:latin typeface="Bell MT"/>
              <a:ea typeface="Bell MT"/>
              <a:cs typeface="Bell MT"/>
              <a:sym typeface="Bell MT"/>
            </a:endParaRPr>
          </a:p>
          <a:p>
            <a:pPr marL="684213" marR="0" lvl="0" indent="-338138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aramond"/>
              <a:buAutoNum type="alphaLcPeriod"/>
            </a:pPr>
            <a:r>
              <a:rPr lang="en-US" sz="1800" b="1" i="0">
                <a:solidFill>
                  <a:schemeClr val="dk1"/>
                </a:solidFill>
                <a:latin typeface="Bell MT"/>
                <a:ea typeface="Bell MT"/>
                <a:cs typeface="Bell MT"/>
                <a:sym typeface="Bell MT"/>
              </a:rPr>
              <a:t>Daftar Mata Pelajaran dan Muatan Lokal Paket A</a:t>
            </a:r>
            <a:endParaRPr/>
          </a:p>
          <a:p>
            <a:pPr marL="803275" marR="0" lvl="0" indent="-119062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aramond"/>
              <a:buAutoNum type="arabicParenR"/>
            </a:pPr>
            <a:r>
              <a:rPr lang="en-US" sz="1800" b="0" i="0">
                <a:solidFill>
                  <a:schemeClr val="dk1"/>
                </a:solidFill>
                <a:latin typeface="Bell MT"/>
                <a:ea typeface="Bell MT"/>
                <a:cs typeface="Bell MT"/>
                <a:sym typeface="Bell MT"/>
              </a:rPr>
              <a:t>   Daftar Mata Pelajaran dan Muatan Lokal Paket A Pondok</a:t>
            </a:r>
            <a:endParaRPr sz="1800" b="0" i="0">
              <a:solidFill>
                <a:schemeClr val="dk1"/>
              </a:solidFill>
              <a:latin typeface="Bell MT"/>
              <a:ea typeface="Bell MT"/>
              <a:cs typeface="Bell MT"/>
              <a:sym typeface="Bell MT"/>
            </a:endParaRPr>
          </a:p>
          <a:p>
            <a:pPr marL="1030288" marR="0" lvl="0" indent="-346075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aramond"/>
              <a:buAutoNum type="arabicParenR"/>
            </a:pPr>
            <a:r>
              <a:rPr lang="en-US" sz="1800" b="0" i="0">
                <a:solidFill>
                  <a:schemeClr val="dk1"/>
                </a:solidFill>
                <a:latin typeface="Bell MT"/>
                <a:ea typeface="Bell MT"/>
                <a:cs typeface="Bell MT"/>
                <a:sym typeface="Bell MT"/>
              </a:rPr>
              <a:t>Daftar Mata Pelajaran dan Muatan Lokal Paket A Kurikulum Merdeka</a:t>
            </a:r>
            <a:endParaRPr/>
          </a:p>
          <a:p>
            <a:pPr marL="688975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aramond"/>
              <a:buAutoNum type="alphaLcPeriod" startAt="2"/>
            </a:pPr>
            <a:r>
              <a:rPr lang="en-US" sz="1800" b="1" i="0">
                <a:solidFill>
                  <a:schemeClr val="dk1"/>
                </a:solidFill>
                <a:latin typeface="Bell MT"/>
                <a:ea typeface="Bell MT"/>
                <a:cs typeface="Bell MT"/>
                <a:sym typeface="Bell MT"/>
              </a:rPr>
              <a:t>Daftar Mata Pelajaran dan Muatan Lokal Paket B</a:t>
            </a:r>
            <a:endParaRPr/>
          </a:p>
          <a:p>
            <a:pPr marL="1030288" marR="0" lvl="0" indent="-346075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aramond"/>
              <a:buAutoNum type="arabicParenR"/>
            </a:pPr>
            <a:r>
              <a:rPr lang="en-US" sz="1800" b="0" i="0">
                <a:solidFill>
                  <a:schemeClr val="dk1"/>
                </a:solidFill>
                <a:latin typeface="Bell MT"/>
                <a:ea typeface="Bell MT"/>
                <a:cs typeface="Bell MT"/>
                <a:sym typeface="Bell MT"/>
              </a:rPr>
              <a:t>Daftar Mata Pelajaran dan Muatan Lokal Paket B Pondok</a:t>
            </a:r>
            <a:endParaRPr sz="1800" b="0" i="0">
              <a:solidFill>
                <a:schemeClr val="dk1"/>
              </a:solidFill>
              <a:latin typeface="Bell MT"/>
              <a:ea typeface="Bell MT"/>
              <a:cs typeface="Bell MT"/>
              <a:sym typeface="Bell MT"/>
            </a:endParaRPr>
          </a:p>
          <a:p>
            <a:pPr marL="1030288" marR="0" lvl="0" indent="-346075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aramond"/>
              <a:buAutoNum type="arabicParenR"/>
            </a:pPr>
            <a:r>
              <a:rPr lang="en-US" sz="1800" b="0" i="0">
                <a:solidFill>
                  <a:schemeClr val="dk1"/>
                </a:solidFill>
                <a:latin typeface="Bell MT"/>
                <a:ea typeface="Bell MT"/>
                <a:cs typeface="Bell MT"/>
                <a:sym typeface="Bell MT"/>
              </a:rPr>
              <a:t>Daftar Mata Pelajaran dan Muatan Lokal Paket B Kurikulum Merdeka</a:t>
            </a:r>
            <a:endParaRPr/>
          </a:p>
          <a:p>
            <a:pPr marL="688975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aramond"/>
              <a:buAutoNum type="alphaLcPeriod" startAt="3"/>
            </a:pPr>
            <a:r>
              <a:rPr lang="en-US" sz="1800" b="1" i="0">
                <a:solidFill>
                  <a:schemeClr val="dk1"/>
                </a:solidFill>
                <a:latin typeface="Bell MT"/>
                <a:ea typeface="Bell MT"/>
                <a:cs typeface="Bell MT"/>
                <a:sym typeface="Bell MT"/>
              </a:rPr>
              <a:t>Daftar Mata Pelajaran dan Muatan Lokal Paket C       </a:t>
            </a:r>
            <a:endParaRPr/>
          </a:p>
          <a:p>
            <a:pPr marL="1030288" marR="0" lvl="0" indent="-346075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aramond"/>
              <a:buAutoNum type="arabicParenR"/>
            </a:pPr>
            <a:r>
              <a:rPr lang="en-US" sz="1800" b="0" i="0">
                <a:solidFill>
                  <a:schemeClr val="dk1"/>
                </a:solidFill>
                <a:latin typeface="Bell MT"/>
                <a:ea typeface="Bell MT"/>
                <a:cs typeface="Bell MT"/>
                <a:sym typeface="Bell MT"/>
              </a:rPr>
              <a:t>Daftar Mata Pelajaran dan Muatan Lokal Paket C Pondok</a:t>
            </a:r>
            <a:endParaRPr sz="1800" b="0" i="0">
              <a:solidFill>
                <a:schemeClr val="dk1"/>
              </a:solidFill>
              <a:latin typeface="Bell MT"/>
              <a:ea typeface="Bell MT"/>
              <a:cs typeface="Bell MT"/>
              <a:sym typeface="Bell MT"/>
            </a:endParaRPr>
          </a:p>
          <a:p>
            <a:pPr marL="1030288" marR="0" lvl="0" indent="-346075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aramond"/>
              <a:buAutoNum type="arabicParenR"/>
            </a:pPr>
            <a:r>
              <a:rPr lang="en-US" sz="1800" b="0" i="0">
                <a:solidFill>
                  <a:schemeClr val="dk1"/>
                </a:solidFill>
                <a:latin typeface="Bell MT"/>
                <a:ea typeface="Bell MT"/>
                <a:cs typeface="Bell MT"/>
                <a:sym typeface="Bell MT"/>
              </a:rPr>
              <a:t>Daftar Mata Pelajaran dan Muatan Lokal Paket C Kurikulum Merdeka</a:t>
            </a:r>
            <a:endParaRPr/>
          </a:p>
          <a:p>
            <a:pPr marL="346075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>
                <a:solidFill>
                  <a:schemeClr val="dk1"/>
                </a:solidFill>
                <a:latin typeface="Bell MT"/>
                <a:ea typeface="Bell MT"/>
                <a:cs typeface="Bell MT"/>
                <a:sym typeface="Bell MT"/>
              </a:rPr>
              <a:t> </a:t>
            </a:r>
            <a:endParaRPr/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>
                <a:solidFill>
                  <a:schemeClr val="dk1"/>
                </a:solidFill>
                <a:latin typeface="Bell MT"/>
                <a:ea typeface="Bell MT"/>
                <a:cs typeface="Bell MT"/>
                <a:sym typeface="Bell MT"/>
              </a:rPr>
              <a:t>	</a:t>
            </a:r>
            <a:endParaRPr/>
          </a:p>
        </p:txBody>
      </p:sp>
      <p:sp>
        <p:nvSpPr>
          <p:cNvPr id="207" name="Google Shape;207;p5"/>
          <p:cNvSpPr txBox="1"/>
          <p:nvPr/>
        </p:nvSpPr>
        <p:spPr>
          <a:xfrm>
            <a:off x="395728" y="186214"/>
            <a:ext cx="196327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Bell MT"/>
                <a:ea typeface="Bell MT"/>
                <a:cs typeface="Bell MT"/>
                <a:sym typeface="Bell MT"/>
              </a:rPr>
              <a:t>PONDOK</a:t>
            </a:r>
            <a:endParaRPr sz="28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8"/>
          <p:cNvSpPr txBox="1">
            <a:spLocks noGrp="1"/>
          </p:cNvSpPr>
          <p:nvPr>
            <p:ph type="title" idx="4294967295"/>
          </p:nvPr>
        </p:nvSpPr>
        <p:spPr>
          <a:xfrm>
            <a:off x="480446" y="365991"/>
            <a:ext cx="2638641" cy="1062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Garamond"/>
              <a:buNone/>
            </a:pPr>
            <a:r>
              <a:rPr lang="en-US" sz="2000">
                <a:solidFill>
                  <a:srgbClr val="FF0000"/>
                </a:solidFill>
              </a:rPr>
              <a:t>STRUKTUR KURIKULUM MERDEKA </a:t>
            </a:r>
            <a:r>
              <a:rPr lang="en-US" sz="2000">
                <a:solidFill>
                  <a:srgbClr val="0000FF"/>
                </a:solidFill>
              </a:rPr>
              <a:t>PAKET A</a:t>
            </a:r>
            <a:endParaRPr sz="2000">
              <a:solidFill>
                <a:srgbClr val="0000FF"/>
              </a:solidFill>
            </a:endParaRPr>
          </a:p>
        </p:txBody>
      </p:sp>
      <p:sp>
        <p:nvSpPr>
          <p:cNvPr id="225" name="Google Shape;225;p8"/>
          <p:cNvSpPr txBox="1"/>
          <p:nvPr/>
        </p:nvSpPr>
        <p:spPr>
          <a:xfrm>
            <a:off x="545759" y="1606571"/>
            <a:ext cx="2799783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14300" marR="0" lvl="0" indent="-114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chemeClr val="dk1"/>
                </a:solidFill>
                <a:latin typeface="Bell MT"/>
                <a:ea typeface="Bell MT"/>
                <a:cs typeface="Bell MT"/>
                <a:sym typeface="Bell MT"/>
              </a:rPr>
              <a:t>Satuan Kredit Kompetensi (SSK)  meliputi  tatap muka, praktik,   keterampilan, dan/atau  mandiri</a:t>
            </a:r>
            <a:endParaRPr sz="1200">
              <a:solidFill>
                <a:schemeClr val="dk1"/>
              </a:solidFill>
              <a:latin typeface="Bell MT"/>
              <a:ea typeface="Bell MT"/>
              <a:cs typeface="Bell MT"/>
              <a:sym typeface="Bell MT"/>
            </a:endParaRPr>
          </a:p>
          <a:p>
            <a:pPr marL="114300" marR="0" lvl="0" indent="-114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chemeClr val="dk1"/>
                </a:solidFill>
                <a:latin typeface="Bell MT"/>
                <a:ea typeface="Bell MT"/>
                <a:cs typeface="Bell MT"/>
                <a:sym typeface="Bell MT"/>
              </a:rPr>
              <a:t>1 SSK= 1 JP TM/2 JP tutorial/3JP   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Bell MT"/>
                <a:ea typeface="Bell MT"/>
                <a:cs typeface="Bell MT"/>
                <a:sym typeface="Bell MT"/>
              </a:rPr>
              <a:t>     mandiri</a:t>
            </a:r>
            <a:endParaRPr sz="1200">
              <a:solidFill>
                <a:schemeClr val="dk1"/>
              </a:solidFill>
              <a:latin typeface="Bell MT"/>
              <a:ea typeface="Bell MT"/>
              <a:cs typeface="Bell MT"/>
              <a:sym typeface="Bell MT"/>
            </a:endParaRPr>
          </a:p>
          <a:p>
            <a:pPr marL="114300" marR="0" lvl="0" indent="-114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chemeClr val="dk1"/>
                </a:solidFill>
                <a:latin typeface="Bell MT"/>
                <a:ea typeface="Bell MT"/>
                <a:cs typeface="Bell MT"/>
                <a:sym typeface="Bell MT"/>
              </a:rPr>
              <a:t>I JP= 35’</a:t>
            </a:r>
            <a:endParaRPr sz="1200">
              <a:solidFill>
                <a:schemeClr val="dk1"/>
              </a:solidFill>
              <a:latin typeface="Bell MT"/>
              <a:ea typeface="Bell MT"/>
              <a:cs typeface="Bell MT"/>
              <a:sym typeface="Bell MT"/>
            </a:endParaRPr>
          </a:p>
        </p:txBody>
      </p:sp>
      <p:pic>
        <p:nvPicPr>
          <p:cNvPr id="226" name="Google Shape;226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80229" y="21771"/>
            <a:ext cx="5863771" cy="5363282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8"/>
          <p:cNvSpPr txBox="1"/>
          <p:nvPr/>
        </p:nvSpPr>
        <p:spPr>
          <a:xfrm>
            <a:off x="400617" y="2806900"/>
            <a:ext cx="3090068" cy="17286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34975" marR="0" lvl="0" indent="0" algn="l" rtl="0">
              <a:lnSpc>
                <a:spcPct val="1170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Bell MT"/>
                <a:ea typeface="Bell MT"/>
                <a:cs typeface="Bell MT"/>
                <a:sym typeface="Bell MT"/>
              </a:rPr>
              <a:t>Keterangan:</a:t>
            </a:r>
            <a:endParaRPr sz="1200">
              <a:solidFill>
                <a:schemeClr val="dk1"/>
              </a:solidFill>
              <a:latin typeface="Bell MT"/>
              <a:ea typeface="Bell MT"/>
              <a:cs typeface="Bell MT"/>
              <a:sym typeface="Bell MT"/>
            </a:endParaRPr>
          </a:p>
          <a:p>
            <a:pPr marL="342900" marR="0" lvl="0" indent="-342900" algn="l" rtl="0">
              <a:lnSpc>
                <a:spcPct val="11708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mbria"/>
              <a:buAutoNum type="alphaLcParenR"/>
            </a:pPr>
            <a:r>
              <a:rPr lang="en-US" sz="1200">
                <a:solidFill>
                  <a:schemeClr val="dk1"/>
                </a:solidFill>
                <a:latin typeface="Bell MT"/>
                <a:ea typeface="Bell MT"/>
                <a:cs typeface="Bell MT"/>
                <a:sym typeface="Bell MT"/>
              </a:rPr>
              <a:t>Diikuti oleh Peserta Didik sesuai dengan agama masing-masing.</a:t>
            </a:r>
            <a:endParaRPr sz="1200">
              <a:solidFill>
                <a:schemeClr val="dk1"/>
              </a:solidFill>
              <a:latin typeface="Bell MT"/>
              <a:ea typeface="Bell MT"/>
              <a:cs typeface="Bell MT"/>
              <a:sym typeface="Bell MT"/>
            </a:endParaRPr>
          </a:p>
          <a:p>
            <a:pPr marL="342900" marR="137160" lvl="0" indent="-342900" algn="l" rtl="0">
              <a:spcBef>
                <a:spcPts val="1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mbria"/>
              <a:buAutoNum type="alphaLcParenR"/>
            </a:pPr>
            <a:r>
              <a:rPr lang="en-US" sz="1200">
                <a:solidFill>
                  <a:schemeClr val="dk1"/>
                </a:solidFill>
                <a:latin typeface="Bell MT"/>
                <a:ea typeface="Bell MT"/>
                <a:cs typeface="Bell MT"/>
                <a:sym typeface="Bell MT"/>
              </a:rPr>
              <a:t>Muatan pemberdayaan dan/atau muatan keterampilan dilaksanakan pada Satuan Pendidikan sebagai Kokurikuler.</a:t>
            </a:r>
            <a:endParaRPr/>
          </a:p>
          <a:p>
            <a:pPr marL="342900" marR="0" lvl="0" indent="-34290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mbria"/>
              <a:buAutoNum type="alphaLcParenR"/>
            </a:pPr>
            <a:r>
              <a:rPr lang="en-US" sz="1200">
                <a:solidFill>
                  <a:schemeClr val="dk1"/>
                </a:solidFill>
                <a:latin typeface="Bell MT"/>
                <a:ea typeface="Bell MT"/>
                <a:cs typeface="Bell MT"/>
                <a:sym typeface="Bell MT"/>
              </a:rPr>
              <a:t>Paling banyak 2 (dua) Satuan Kredit Kompetensi (SKK) tiap Fase.</a:t>
            </a:r>
            <a:endParaRPr sz="1200">
              <a:solidFill>
                <a:schemeClr val="dk1"/>
              </a:solidFill>
              <a:latin typeface="Bell MT"/>
              <a:ea typeface="Bell MT"/>
              <a:cs typeface="Bell MT"/>
              <a:sym typeface="Bel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9"/>
          <p:cNvSpPr txBox="1">
            <a:spLocks noGrp="1"/>
          </p:cNvSpPr>
          <p:nvPr>
            <p:ph type="title" idx="4294967295"/>
          </p:nvPr>
        </p:nvSpPr>
        <p:spPr>
          <a:xfrm>
            <a:off x="689675" y="482799"/>
            <a:ext cx="2814638" cy="947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Garamond"/>
              <a:buNone/>
            </a:pPr>
            <a:r>
              <a:rPr lang="en-US" sz="2000">
                <a:solidFill>
                  <a:srgbClr val="FF0000"/>
                </a:solidFill>
              </a:rPr>
              <a:t>STRUKTUR KURIKULUM MERDEKA </a:t>
            </a:r>
            <a:r>
              <a:rPr lang="en-US" sz="2000">
                <a:solidFill>
                  <a:srgbClr val="0000FF"/>
                </a:solidFill>
              </a:rPr>
              <a:t>PAKET B</a:t>
            </a:r>
            <a:endParaRPr sz="2000">
              <a:solidFill>
                <a:srgbClr val="0000FF"/>
              </a:solidFill>
            </a:endParaRPr>
          </a:p>
        </p:txBody>
      </p:sp>
      <p:sp>
        <p:nvSpPr>
          <p:cNvPr id="233" name="Google Shape;233;p9"/>
          <p:cNvSpPr txBox="1"/>
          <p:nvPr/>
        </p:nvSpPr>
        <p:spPr>
          <a:xfrm>
            <a:off x="585395" y="1567892"/>
            <a:ext cx="3049346" cy="938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14300" marR="0" lvl="0" indent="-114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Satuan Kredit Kompetensi (SSK) meliputi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tatap muka, praktik, keterampilan, dan/atau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mandiri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300" marR="0" lvl="0" indent="-114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SSK= 1 JP TM/2 JP tutorial/3JP mandiri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300" marR="0" lvl="0" indent="-114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 JP= 40’ paket B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4" name="Google Shape;234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53543" y="-65139"/>
            <a:ext cx="5290457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9"/>
          <p:cNvSpPr txBox="1"/>
          <p:nvPr/>
        </p:nvSpPr>
        <p:spPr>
          <a:xfrm>
            <a:off x="417420" y="2836805"/>
            <a:ext cx="3653837" cy="1559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34975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Bell MT"/>
                <a:ea typeface="Bell MT"/>
                <a:cs typeface="Bell MT"/>
                <a:sym typeface="Bell MT"/>
              </a:rPr>
              <a:t>Keterangan:</a:t>
            </a:r>
            <a:endParaRPr sz="1200">
              <a:solidFill>
                <a:schemeClr val="dk1"/>
              </a:solidFill>
              <a:latin typeface="Bell MT"/>
              <a:ea typeface="Bell MT"/>
              <a:cs typeface="Bell MT"/>
              <a:sym typeface="Bell MT"/>
            </a:endParaRPr>
          </a:p>
          <a:p>
            <a:pPr marL="342900" marR="0" lvl="0" indent="-342900" algn="l" rtl="0">
              <a:lnSpc>
                <a:spcPct val="117083"/>
              </a:lnSpc>
              <a:spcBef>
                <a:spcPts val="1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mbria"/>
              <a:buAutoNum type="alphaLcParenR"/>
            </a:pPr>
            <a:r>
              <a:rPr lang="en-US" sz="1200">
                <a:solidFill>
                  <a:schemeClr val="dk1"/>
                </a:solidFill>
                <a:latin typeface="Bell MT"/>
                <a:ea typeface="Bell MT"/>
                <a:cs typeface="Bell MT"/>
                <a:sym typeface="Bell MT"/>
              </a:rPr>
              <a:t>Diikuti oleh Peserta Didik sesuai dengan agama masing-masing.</a:t>
            </a:r>
            <a:endParaRPr sz="1200">
              <a:solidFill>
                <a:schemeClr val="dk1"/>
              </a:solidFill>
              <a:latin typeface="Bell MT"/>
              <a:ea typeface="Bell MT"/>
              <a:cs typeface="Bell MT"/>
              <a:sym typeface="Bell MT"/>
            </a:endParaRPr>
          </a:p>
          <a:p>
            <a:pPr marL="342900" marR="139065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mbria"/>
              <a:buAutoNum type="alphaLcParenR"/>
            </a:pPr>
            <a:r>
              <a:rPr lang="en-US" sz="1200">
                <a:solidFill>
                  <a:schemeClr val="dk1"/>
                </a:solidFill>
                <a:latin typeface="Bell MT"/>
                <a:ea typeface="Bell MT"/>
                <a:cs typeface="Bell MT"/>
                <a:sym typeface="Bell MT"/>
              </a:rPr>
              <a:t>Muatan pemberdayaan dan/atau muatan keterampilan dilaksanakan pada Satuan Pendidikan sebagai Kokurikuler.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Bell MT"/>
                <a:ea typeface="Bell MT"/>
                <a:cs typeface="Bell MT"/>
                <a:sym typeface="Bell MT"/>
              </a:rPr>
              <a:t>c) Muatan Lokal Paling banyak 2 (dua) Satuan Kredit Kompetensi (SKK) tiap Fase</a:t>
            </a:r>
            <a:endParaRPr sz="1200">
              <a:solidFill>
                <a:schemeClr val="dk1"/>
              </a:solidFill>
              <a:latin typeface="Bell MT"/>
              <a:ea typeface="Bell MT"/>
              <a:cs typeface="Bell MT"/>
              <a:sym typeface="Bel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0"/>
          <p:cNvSpPr txBox="1">
            <a:spLocks noGrp="1"/>
          </p:cNvSpPr>
          <p:nvPr>
            <p:ph type="title" idx="4294967295"/>
          </p:nvPr>
        </p:nvSpPr>
        <p:spPr>
          <a:xfrm>
            <a:off x="519439" y="1789670"/>
            <a:ext cx="2201990" cy="5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Garamond"/>
              <a:buNone/>
            </a:pPr>
            <a:r>
              <a:rPr lang="en-US" sz="2000">
                <a:solidFill>
                  <a:srgbClr val="FF0000"/>
                </a:solidFill>
              </a:rPr>
              <a:t>STRUKTUR KURIKULUM </a:t>
            </a:r>
            <a:br>
              <a:rPr lang="en-US" sz="2000">
                <a:solidFill>
                  <a:srgbClr val="FF0000"/>
                </a:solidFill>
              </a:rPr>
            </a:br>
            <a:r>
              <a:rPr lang="en-US" sz="2000">
                <a:solidFill>
                  <a:srgbClr val="FF0000"/>
                </a:solidFill>
              </a:rPr>
              <a:t>MERDEKA </a:t>
            </a:r>
            <a:r>
              <a:rPr lang="en-US" sz="2000">
                <a:solidFill>
                  <a:srgbClr val="0000FF"/>
                </a:solidFill>
              </a:rPr>
              <a:t>PAKET C</a:t>
            </a:r>
            <a:endParaRPr sz="2000">
              <a:solidFill>
                <a:srgbClr val="0000FF"/>
              </a:solidFill>
            </a:endParaRPr>
          </a:p>
        </p:txBody>
      </p:sp>
      <p:pic>
        <p:nvPicPr>
          <p:cNvPr id="241" name="Google Shape;241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41395" y="8949"/>
            <a:ext cx="6355862" cy="5010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6" name="Google Shape;246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5600" y="101600"/>
            <a:ext cx="87884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1" name="Google Shape;251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1543" y="375931"/>
            <a:ext cx="8331200" cy="43916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" name="Google Shape;256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08733" y="3363595"/>
            <a:ext cx="1020010" cy="1042589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13"/>
          <p:cNvSpPr txBox="1"/>
          <p:nvPr/>
        </p:nvSpPr>
        <p:spPr>
          <a:xfrm>
            <a:off x="880979" y="737316"/>
            <a:ext cx="7074568" cy="296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28625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Bell MT"/>
                <a:ea typeface="Bell MT"/>
                <a:cs typeface="Bell MT"/>
                <a:sym typeface="Bell MT"/>
              </a:rPr>
              <a:t>Keterangan:</a:t>
            </a:r>
            <a:endParaRPr sz="1800">
              <a:solidFill>
                <a:schemeClr val="dk1"/>
              </a:solidFill>
              <a:latin typeface="Bell MT"/>
              <a:ea typeface="Bell MT"/>
              <a:cs typeface="Bell MT"/>
              <a:sym typeface="Bell MT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mbria"/>
              <a:buAutoNum type="alphaLcParenR"/>
            </a:pPr>
            <a:r>
              <a:rPr lang="en-US" sz="1800">
                <a:solidFill>
                  <a:schemeClr val="dk1"/>
                </a:solidFill>
                <a:latin typeface="Bell MT"/>
                <a:ea typeface="Bell MT"/>
                <a:cs typeface="Bell MT"/>
                <a:sym typeface="Bell MT"/>
              </a:rPr>
              <a:t>Diikuti oleh Peserta Didik sesuai dengan agama masing-masing.</a:t>
            </a:r>
            <a:endParaRPr sz="1800">
              <a:solidFill>
                <a:schemeClr val="dk1"/>
              </a:solidFill>
              <a:latin typeface="Bell MT"/>
              <a:ea typeface="Bell MT"/>
              <a:cs typeface="Bell MT"/>
              <a:sym typeface="Bell MT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15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mbria"/>
              <a:buAutoNum type="alphaLcParenR"/>
            </a:pPr>
            <a:r>
              <a:rPr lang="en-US" sz="1800">
                <a:solidFill>
                  <a:schemeClr val="dk1"/>
                </a:solidFill>
                <a:latin typeface="Bell MT"/>
                <a:ea typeface="Bell MT"/>
                <a:cs typeface="Bell MT"/>
                <a:sym typeface="Bell MT"/>
              </a:rPr>
              <a:t>Diberikan pada kelas X (Fase E).</a:t>
            </a:r>
            <a:endParaRPr sz="1800">
              <a:solidFill>
                <a:schemeClr val="dk1"/>
              </a:solidFill>
              <a:latin typeface="Bell MT"/>
              <a:ea typeface="Bell MT"/>
              <a:cs typeface="Bell MT"/>
              <a:sym typeface="Bell MT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mbria"/>
              <a:buAutoNum type="alphaLcParenR"/>
            </a:pPr>
            <a:r>
              <a:rPr lang="en-US" sz="1800">
                <a:solidFill>
                  <a:schemeClr val="dk1"/>
                </a:solidFill>
                <a:latin typeface="Bell MT"/>
                <a:ea typeface="Bell MT"/>
                <a:cs typeface="Bell MT"/>
                <a:sym typeface="Bell MT"/>
              </a:rPr>
              <a:t>Diberikan pada kelas XI dan XII (Fase F).</a:t>
            </a:r>
            <a:endParaRPr sz="1800">
              <a:solidFill>
                <a:schemeClr val="dk1"/>
              </a:solidFill>
              <a:latin typeface="Bell MT"/>
              <a:ea typeface="Bell MT"/>
              <a:cs typeface="Bell MT"/>
              <a:sym typeface="Bell MT"/>
            </a:endParaRPr>
          </a:p>
          <a:p>
            <a:pPr marL="342900" marR="139065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mbria"/>
              <a:buAutoNum type="alphaLcParenR"/>
            </a:pPr>
            <a:r>
              <a:rPr lang="en-US" sz="1800">
                <a:solidFill>
                  <a:schemeClr val="dk1"/>
                </a:solidFill>
                <a:latin typeface="Bell MT"/>
                <a:ea typeface="Bell MT"/>
                <a:cs typeface="Bell MT"/>
                <a:sym typeface="Bell MT"/>
              </a:rPr>
              <a:t>Muatan pemberdayaan dan/atau muatan keterampilan dilaksanakan pada Satuan Pendidikan sebagai Kokurikuler.</a:t>
            </a:r>
            <a:endParaRPr/>
          </a:p>
          <a:p>
            <a:pPr marL="342900" marR="0" lvl="0" indent="-342900" algn="l" rtl="0">
              <a:lnSpc>
                <a:spcPct val="150000"/>
              </a:lnSpc>
              <a:spcBef>
                <a:spcPts val="5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mbria"/>
              <a:buAutoNum type="alphaLcParenR"/>
            </a:pPr>
            <a:r>
              <a:rPr lang="en-US" sz="1800">
                <a:solidFill>
                  <a:schemeClr val="dk1"/>
                </a:solidFill>
                <a:latin typeface="Bell MT"/>
                <a:ea typeface="Bell MT"/>
                <a:cs typeface="Bell MT"/>
                <a:sym typeface="Bell MT"/>
              </a:rPr>
              <a:t>Paling banyak 2 (dua) Satuan Kredit Kompetensi (SKK) tiap Fase.</a:t>
            </a:r>
            <a:endParaRPr sz="1800">
              <a:solidFill>
                <a:schemeClr val="dk1"/>
              </a:solidFill>
              <a:latin typeface="Bell MT"/>
              <a:ea typeface="Bell MT"/>
              <a:cs typeface="Bell MT"/>
              <a:sym typeface="Bel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7"/>
          <p:cNvSpPr txBox="1"/>
          <p:nvPr/>
        </p:nvSpPr>
        <p:spPr>
          <a:xfrm>
            <a:off x="284121" y="262773"/>
            <a:ext cx="8621673" cy="4719364"/>
          </a:xfrm>
          <a:prstGeom prst="rect">
            <a:avLst/>
          </a:prstGeom>
          <a:solidFill>
            <a:srgbClr val="F8EFD7"/>
          </a:solidFill>
          <a:ln>
            <a:noFill/>
          </a:ln>
        </p:spPr>
        <p:txBody>
          <a:bodyPr spcFirstLastPara="1" wrap="square" lIns="68550" tIns="68550" rIns="68550" bIns="68550" anchor="ctr" anchorCtr="0">
            <a:no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>
                <a:solidFill>
                  <a:schemeClr val="dk1"/>
                </a:solidFill>
                <a:latin typeface="Bell MT"/>
                <a:ea typeface="Bell MT"/>
                <a:cs typeface="Bell MT"/>
                <a:sym typeface="Bell MT"/>
              </a:rPr>
              <a:t>	</a:t>
            </a:r>
            <a:endParaRPr/>
          </a:p>
        </p:txBody>
      </p:sp>
      <p:sp>
        <p:nvSpPr>
          <p:cNvPr id="282" name="Google Shape;282;p17"/>
          <p:cNvSpPr txBox="1"/>
          <p:nvPr/>
        </p:nvSpPr>
        <p:spPr>
          <a:xfrm>
            <a:off x="496072" y="594703"/>
            <a:ext cx="8197770" cy="4286024"/>
          </a:xfrm>
          <a:prstGeom prst="rect">
            <a:avLst/>
          </a:prstGeom>
          <a:solidFill>
            <a:srgbClr val="F8EFD7"/>
          </a:solidFill>
          <a:ln>
            <a:noFill/>
          </a:ln>
        </p:spPr>
        <p:txBody>
          <a:bodyPr spcFirstLastPara="1" wrap="square" lIns="68550" tIns="68550" rIns="68550" bIns="68550" anchor="ctr" anchorCtr="0">
            <a:noAutofit/>
          </a:bodyPr>
          <a:lstStyle/>
          <a:p>
            <a:pPr marL="3429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aramond"/>
              <a:buAutoNum type="alphaUcPeriod" startAt="2"/>
            </a:pPr>
            <a:r>
              <a:rPr lang="en-US" sz="2800" b="0" i="0">
                <a:solidFill>
                  <a:schemeClr val="dk1"/>
                </a:solidFill>
                <a:latin typeface="Bell MT"/>
                <a:ea typeface="Bell MT"/>
                <a:cs typeface="Bell MT"/>
                <a:sym typeface="Bell MT"/>
              </a:rPr>
              <a:t>Kegiatan Pemberdayaan dan Ketrampilan berbasis Profil Pelajar Pancasila</a:t>
            </a:r>
            <a:endParaRPr/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2800" b="0" i="0">
                <a:solidFill>
                  <a:schemeClr val="dk1"/>
                </a:solidFill>
                <a:latin typeface="Bell MT"/>
                <a:ea typeface="Bell MT"/>
                <a:cs typeface="Bell MT"/>
                <a:sym typeface="Bell MT"/>
              </a:rPr>
              <a:t>         1. Pemberdayaan</a:t>
            </a:r>
            <a:endParaRPr sz="2800" b="0" i="0">
              <a:solidFill>
                <a:schemeClr val="dk1"/>
              </a:solidFill>
              <a:latin typeface="Bell MT"/>
              <a:ea typeface="Bell MT"/>
              <a:cs typeface="Bell MT"/>
              <a:sym typeface="Bell MT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2800" b="0" i="0">
                <a:solidFill>
                  <a:schemeClr val="dk1"/>
                </a:solidFill>
                <a:latin typeface="Bell MT"/>
                <a:ea typeface="Bell MT"/>
                <a:cs typeface="Bell MT"/>
                <a:sym typeface="Bell MT"/>
              </a:rPr>
              <a:t>         2.  Keterampilan</a:t>
            </a:r>
            <a:endParaRPr sz="2800" b="0" i="0">
              <a:solidFill>
                <a:schemeClr val="dk1"/>
              </a:solidFill>
              <a:latin typeface="Bell MT"/>
              <a:ea typeface="Bell MT"/>
              <a:cs typeface="Bell MT"/>
              <a:sym typeface="Bell MT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2800" b="0" i="0">
              <a:solidFill>
                <a:schemeClr val="dk1"/>
              </a:solidFill>
              <a:latin typeface="Bell MT"/>
              <a:ea typeface="Bell MT"/>
              <a:cs typeface="Bell MT"/>
              <a:sym typeface="Bell MT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2800" b="0" i="0">
                <a:solidFill>
                  <a:schemeClr val="dk1"/>
                </a:solidFill>
                <a:latin typeface="Bell MT"/>
                <a:ea typeface="Bell MT"/>
                <a:cs typeface="Bell MT"/>
                <a:sym typeface="Bell MT"/>
              </a:rPr>
              <a:t>	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8"/>
          <p:cNvSpPr txBox="1"/>
          <p:nvPr/>
        </p:nvSpPr>
        <p:spPr>
          <a:xfrm>
            <a:off x="261163" y="161362"/>
            <a:ext cx="8621673" cy="4719364"/>
          </a:xfrm>
          <a:prstGeom prst="rect">
            <a:avLst/>
          </a:prstGeom>
          <a:solidFill>
            <a:srgbClr val="F8EFD7"/>
          </a:solidFill>
          <a:ln>
            <a:noFill/>
          </a:ln>
        </p:spPr>
        <p:txBody>
          <a:bodyPr spcFirstLastPara="1" wrap="square" lIns="68550" tIns="68550" rIns="68550" bIns="68550" anchor="ctr" anchorCtr="0">
            <a:no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>
                <a:solidFill>
                  <a:schemeClr val="dk1"/>
                </a:solidFill>
                <a:latin typeface="Bell MT"/>
                <a:ea typeface="Bell MT"/>
                <a:cs typeface="Bell MT"/>
                <a:sym typeface="Bell MT"/>
              </a:rPr>
              <a:t>	</a:t>
            </a:r>
            <a:endParaRPr/>
          </a:p>
        </p:txBody>
      </p:sp>
      <p:sp>
        <p:nvSpPr>
          <p:cNvPr id="288" name="Google Shape;288;p18"/>
          <p:cNvSpPr txBox="1"/>
          <p:nvPr/>
        </p:nvSpPr>
        <p:spPr>
          <a:xfrm>
            <a:off x="457651" y="668510"/>
            <a:ext cx="2861851" cy="654509"/>
          </a:xfrm>
          <a:prstGeom prst="rect">
            <a:avLst/>
          </a:prstGeom>
          <a:solidFill>
            <a:srgbClr val="F8EFD7"/>
          </a:solidFill>
          <a:ln>
            <a:noFill/>
          </a:ln>
        </p:spPr>
        <p:txBody>
          <a:bodyPr spcFirstLastPara="1" wrap="square" lIns="68550" tIns="68550" rIns="68550" bIns="68550" anchor="ctr" anchorCtr="0">
            <a:no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2800" b="0" i="0">
                <a:solidFill>
                  <a:schemeClr val="dk1"/>
                </a:solidFill>
                <a:latin typeface="Bell MT"/>
                <a:ea typeface="Bell MT"/>
                <a:cs typeface="Bell MT"/>
                <a:sym typeface="Bell MT"/>
              </a:rPr>
              <a:t>1. Pemberdayaan    </a:t>
            </a:r>
            <a:endParaRPr/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2800" b="0" i="0">
                <a:solidFill>
                  <a:schemeClr val="dk1"/>
                </a:solidFill>
                <a:latin typeface="Bell MT"/>
                <a:ea typeface="Bell MT"/>
                <a:cs typeface="Bell MT"/>
                <a:sym typeface="Bell MT"/>
              </a:rPr>
              <a:t>	</a:t>
            </a:r>
            <a:endParaRPr/>
          </a:p>
        </p:txBody>
      </p:sp>
      <p:sp>
        <p:nvSpPr>
          <p:cNvPr id="289" name="Google Shape;289;p18"/>
          <p:cNvSpPr txBox="1"/>
          <p:nvPr/>
        </p:nvSpPr>
        <p:spPr>
          <a:xfrm>
            <a:off x="1711214" y="1152969"/>
            <a:ext cx="5561116" cy="3525012"/>
          </a:xfrm>
          <a:prstGeom prst="rect">
            <a:avLst/>
          </a:prstGeom>
          <a:solidFill>
            <a:srgbClr val="F8EFD7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385763" marR="0" lvl="0" indent="-385763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 typeface="Garamond"/>
              <a:buAutoNum type="arabicPeriod"/>
            </a:pPr>
            <a:r>
              <a:rPr lang="en-US" sz="1800" cap="none">
                <a:solidFill>
                  <a:schemeClr val="dk1"/>
                </a:solidFill>
                <a:latin typeface="Bell MT"/>
                <a:ea typeface="Bell MT"/>
                <a:cs typeface="Bell MT"/>
                <a:sym typeface="Bell MT"/>
              </a:rPr>
              <a:t>MPLS  </a:t>
            </a:r>
            <a:endParaRPr/>
          </a:p>
          <a:p>
            <a:pPr marL="385763" marR="0" lvl="0" indent="-385763" algn="l" rtl="0">
              <a:spcBef>
                <a:spcPts val="906"/>
              </a:spcBef>
              <a:spcAft>
                <a:spcPts val="0"/>
              </a:spcAft>
              <a:buClr>
                <a:schemeClr val="accent1"/>
              </a:buClr>
              <a:buSzPct val="115000"/>
              <a:buFont typeface="Garamond"/>
              <a:buAutoNum type="arabicPeriod"/>
            </a:pPr>
            <a:r>
              <a:rPr lang="en-US" sz="1800" cap="none">
                <a:solidFill>
                  <a:schemeClr val="dk1"/>
                </a:solidFill>
                <a:latin typeface="Bell MT"/>
                <a:ea typeface="Bell MT"/>
                <a:cs typeface="Bell MT"/>
                <a:sym typeface="Bell MT"/>
              </a:rPr>
              <a:t>Kemah</a:t>
            </a:r>
            <a:endParaRPr/>
          </a:p>
          <a:p>
            <a:pPr marL="385763" marR="0" lvl="0" indent="-385763" algn="l" rtl="0">
              <a:spcBef>
                <a:spcPts val="906"/>
              </a:spcBef>
              <a:spcAft>
                <a:spcPts val="0"/>
              </a:spcAft>
              <a:buClr>
                <a:schemeClr val="accent1"/>
              </a:buClr>
              <a:buSzPct val="115000"/>
              <a:buFont typeface="Garamond"/>
              <a:buAutoNum type="arabicPeriod"/>
            </a:pPr>
            <a:r>
              <a:rPr lang="en-US" sz="1800" cap="none">
                <a:solidFill>
                  <a:schemeClr val="dk1"/>
                </a:solidFill>
                <a:latin typeface="Bell MT"/>
                <a:ea typeface="Bell MT"/>
                <a:cs typeface="Bell MT"/>
                <a:sym typeface="Bell MT"/>
              </a:rPr>
              <a:t>Camping</a:t>
            </a:r>
            <a:endParaRPr/>
          </a:p>
          <a:p>
            <a:pPr marL="385763" marR="0" lvl="0" indent="-385763" algn="l" rtl="0">
              <a:spcBef>
                <a:spcPts val="906"/>
              </a:spcBef>
              <a:spcAft>
                <a:spcPts val="0"/>
              </a:spcAft>
              <a:buClr>
                <a:schemeClr val="accent1"/>
              </a:buClr>
              <a:buSzPct val="115000"/>
              <a:buFont typeface="Garamond"/>
              <a:buAutoNum type="arabicPeriod"/>
            </a:pPr>
            <a:r>
              <a:rPr lang="en-US" sz="1800" cap="none">
                <a:solidFill>
                  <a:schemeClr val="dk1"/>
                </a:solidFill>
                <a:latin typeface="Bell MT"/>
                <a:ea typeface="Bell MT"/>
                <a:cs typeface="Bell MT"/>
                <a:sym typeface="Bell MT"/>
              </a:rPr>
              <a:t>Outbond</a:t>
            </a:r>
            <a:endParaRPr sz="1800" cap="none">
              <a:solidFill>
                <a:schemeClr val="dk1"/>
              </a:solidFill>
              <a:latin typeface="Bell MT"/>
              <a:ea typeface="Bell MT"/>
              <a:cs typeface="Bell MT"/>
              <a:sym typeface="Bell MT"/>
            </a:endParaRPr>
          </a:p>
          <a:p>
            <a:pPr marL="385763" marR="0" lvl="0" indent="-385763" algn="l" rtl="0">
              <a:spcBef>
                <a:spcPts val="906"/>
              </a:spcBef>
              <a:spcAft>
                <a:spcPts val="0"/>
              </a:spcAft>
              <a:buClr>
                <a:schemeClr val="accent1"/>
              </a:buClr>
              <a:buSzPct val="115000"/>
              <a:buFont typeface="Garamond"/>
              <a:buAutoNum type="arabicPeriod"/>
            </a:pPr>
            <a:r>
              <a:rPr lang="en-US" sz="1800" cap="none">
                <a:solidFill>
                  <a:schemeClr val="dk1"/>
                </a:solidFill>
                <a:latin typeface="Bell MT"/>
                <a:ea typeface="Bell MT"/>
                <a:cs typeface="Bell MT"/>
                <a:sym typeface="Bell MT"/>
              </a:rPr>
              <a:t>Pemilihan Pengurus kelas</a:t>
            </a:r>
            <a:endParaRPr sz="1800" cap="none">
              <a:solidFill>
                <a:schemeClr val="dk1"/>
              </a:solidFill>
              <a:latin typeface="Bell MT"/>
              <a:ea typeface="Bell MT"/>
              <a:cs typeface="Bell MT"/>
              <a:sym typeface="Bell MT"/>
            </a:endParaRPr>
          </a:p>
          <a:p>
            <a:pPr marL="385763" marR="0" lvl="0" indent="-385763" algn="l" rtl="0">
              <a:spcBef>
                <a:spcPts val="906"/>
              </a:spcBef>
              <a:spcAft>
                <a:spcPts val="0"/>
              </a:spcAft>
              <a:buClr>
                <a:schemeClr val="accent1"/>
              </a:buClr>
              <a:buSzPct val="115000"/>
              <a:buFont typeface="Garamond"/>
              <a:buAutoNum type="arabicPeriod"/>
            </a:pPr>
            <a:r>
              <a:rPr lang="en-US" sz="1800" cap="none">
                <a:solidFill>
                  <a:schemeClr val="dk1"/>
                </a:solidFill>
                <a:latin typeface="Bell MT"/>
                <a:ea typeface="Bell MT"/>
                <a:cs typeface="Bell MT"/>
                <a:sym typeface="Bell MT"/>
              </a:rPr>
              <a:t>Upacara Bendera</a:t>
            </a:r>
            <a:endParaRPr sz="1800" cap="none">
              <a:solidFill>
                <a:schemeClr val="dk1"/>
              </a:solidFill>
              <a:latin typeface="Bell MT"/>
              <a:ea typeface="Bell MT"/>
              <a:cs typeface="Bell MT"/>
              <a:sym typeface="Bell MT"/>
            </a:endParaRPr>
          </a:p>
          <a:p>
            <a:pPr marL="385763" marR="0" lvl="0" indent="-385763" algn="l" rtl="0">
              <a:spcBef>
                <a:spcPts val="906"/>
              </a:spcBef>
              <a:spcAft>
                <a:spcPts val="0"/>
              </a:spcAft>
              <a:buClr>
                <a:schemeClr val="accent1"/>
              </a:buClr>
              <a:buSzPct val="115000"/>
              <a:buFont typeface="Garamond"/>
              <a:buAutoNum type="arabicPeriod"/>
            </a:pPr>
            <a:r>
              <a:rPr lang="en-US" sz="1800" cap="none">
                <a:solidFill>
                  <a:schemeClr val="dk1"/>
                </a:solidFill>
                <a:latin typeface="Bell MT"/>
                <a:ea typeface="Bell MT"/>
                <a:cs typeface="Bell MT"/>
                <a:sym typeface="Bell MT"/>
              </a:rPr>
              <a:t>Kampanye Anti Perundungan </a:t>
            </a:r>
            <a:endParaRPr/>
          </a:p>
          <a:p>
            <a:pPr marL="385763" marR="0" lvl="0" indent="-385763" algn="l" rtl="0">
              <a:spcBef>
                <a:spcPts val="906"/>
              </a:spcBef>
              <a:spcAft>
                <a:spcPts val="0"/>
              </a:spcAft>
              <a:buClr>
                <a:schemeClr val="accent1"/>
              </a:buClr>
              <a:buSzPct val="115000"/>
              <a:buFont typeface="Garamond"/>
              <a:buAutoNum type="arabicPeriod"/>
            </a:pPr>
            <a:r>
              <a:rPr lang="en-US" sz="1800" cap="none">
                <a:solidFill>
                  <a:schemeClr val="dk1"/>
                </a:solidFill>
                <a:latin typeface="Bell MT"/>
                <a:ea typeface="Bell MT"/>
                <a:cs typeface="Bell MT"/>
                <a:sym typeface="Bell MT"/>
              </a:rPr>
              <a:t>Kampanye Anti rokok  </a:t>
            </a:r>
            <a:endParaRPr/>
          </a:p>
          <a:p>
            <a:pPr marL="385763" marR="0" lvl="0" indent="-385763" algn="l" rtl="0">
              <a:spcBef>
                <a:spcPts val="906"/>
              </a:spcBef>
              <a:spcAft>
                <a:spcPts val="0"/>
              </a:spcAft>
              <a:buClr>
                <a:schemeClr val="accent1"/>
              </a:buClr>
              <a:buSzPct val="115000"/>
              <a:buFont typeface="Garamond"/>
              <a:buAutoNum type="arabicPeriod"/>
            </a:pPr>
            <a:r>
              <a:rPr lang="en-US" sz="1800" cap="none">
                <a:solidFill>
                  <a:schemeClr val="dk1"/>
                </a:solidFill>
                <a:latin typeface="Bell MT"/>
                <a:ea typeface="Bell MT"/>
                <a:cs typeface="Bell MT"/>
                <a:sym typeface="Bell MT"/>
              </a:rPr>
              <a:t>Kampanye anti narkoba </a:t>
            </a:r>
            <a:endParaRPr/>
          </a:p>
          <a:p>
            <a:pPr marL="385763" marR="0" lvl="0" indent="-385763" algn="l" rtl="0">
              <a:spcBef>
                <a:spcPts val="906"/>
              </a:spcBef>
              <a:spcAft>
                <a:spcPts val="0"/>
              </a:spcAft>
              <a:buClr>
                <a:schemeClr val="accent1"/>
              </a:buClr>
              <a:buSzPct val="115000"/>
              <a:buFont typeface="Garamond"/>
              <a:buAutoNum type="arabicPeriod"/>
            </a:pPr>
            <a:r>
              <a:rPr lang="en-US" sz="1800" cap="none">
                <a:solidFill>
                  <a:schemeClr val="dk1"/>
                </a:solidFill>
                <a:latin typeface="Bell MT"/>
                <a:ea typeface="Bell MT"/>
                <a:cs typeface="Bell MT"/>
                <a:sym typeface="Bell MT"/>
              </a:rPr>
              <a:t>Kampanye Kesehatan reproduksi </a:t>
            </a:r>
            <a:endParaRPr/>
          </a:p>
          <a:p>
            <a:pPr marL="385763" marR="0" lvl="0" indent="-385763" algn="l" rtl="0">
              <a:spcBef>
                <a:spcPts val="906"/>
              </a:spcBef>
              <a:spcAft>
                <a:spcPts val="0"/>
              </a:spcAft>
              <a:buClr>
                <a:schemeClr val="accent1"/>
              </a:buClr>
              <a:buSzPct val="115000"/>
              <a:buFont typeface="Garamond"/>
              <a:buAutoNum type="arabicPeriod"/>
            </a:pPr>
            <a:r>
              <a:rPr lang="en-US" sz="1800" cap="none">
                <a:solidFill>
                  <a:schemeClr val="dk1"/>
                </a:solidFill>
                <a:latin typeface="Bell MT"/>
                <a:ea typeface="Bell MT"/>
                <a:cs typeface="Bell MT"/>
                <a:sym typeface="Bell MT"/>
              </a:rPr>
              <a:t>Pameran, dll</a:t>
            </a:r>
            <a:endParaRPr sz="1800" cap="none">
              <a:solidFill>
                <a:schemeClr val="dk1"/>
              </a:solidFill>
              <a:latin typeface="Bell MT"/>
              <a:ea typeface="Bell MT"/>
              <a:cs typeface="Bell MT"/>
              <a:sym typeface="Bel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9"/>
          <p:cNvSpPr txBox="1"/>
          <p:nvPr/>
        </p:nvSpPr>
        <p:spPr>
          <a:xfrm>
            <a:off x="261163" y="212068"/>
            <a:ext cx="8621673" cy="4719364"/>
          </a:xfrm>
          <a:prstGeom prst="rect">
            <a:avLst/>
          </a:prstGeom>
          <a:solidFill>
            <a:srgbClr val="F8EFD7"/>
          </a:solidFill>
          <a:ln>
            <a:noFill/>
          </a:ln>
        </p:spPr>
        <p:txBody>
          <a:bodyPr spcFirstLastPara="1" wrap="square" lIns="68550" tIns="68550" rIns="68550" bIns="68550" anchor="ctr" anchorCtr="0">
            <a:no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>
                <a:solidFill>
                  <a:schemeClr val="dk1"/>
                </a:solidFill>
                <a:latin typeface="Bell MT"/>
                <a:ea typeface="Bell MT"/>
                <a:cs typeface="Bell MT"/>
                <a:sym typeface="Bell MT"/>
              </a:rPr>
              <a:t>	</a:t>
            </a:r>
            <a:endParaRPr/>
          </a:p>
        </p:txBody>
      </p:sp>
      <p:sp>
        <p:nvSpPr>
          <p:cNvPr id="295" name="Google Shape;295;p19"/>
          <p:cNvSpPr txBox="1"/>
          <p:nvPr/>
        </p:nvSpPr>
        <p:spPr>
          <a:xfrm>
            <a:off x="625163" y="540429"/>
            <a:ext cx="2861851" cy="654509"/>
          </a:xfrm>
          <a:prstGeom prst="rect">
            <a:avLst/>
          </a:prstGeom>
          <a:solidFill>
            <a:srgbClr val="F8EFD7"/>
          </a:solidFill>
          <a:ln>
            <a:noFill/>
          </a:ln>
        </p:spPr>
        <p:txBody>
          <a:bodyPr spcFirstLastPara="1" wrap="square" lIns="68550" tIns="68550" rIns="68550" bIns="68550" anchor="ctr" anchorCtr="0">
            <a:noAutofit/>
          </a:bodyPr>
          <a:lstStyle/>
          <a:p>
            <a:pPr marL="514350" marR="0" lvl="0" indent="-5143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aramond"/>
              <a:buAutoNum type="arabicPeriod" startAt="2"/>
            </a:pPr>
            <a:r>
              <a:rPr lang="en-US" sz="2800" b="0" i="0">
                <a:solidFill>
                  <a:schemeClr val="dk1"/>
                </a:solidFill>
                <a:latin typeface="Bell MT"/>
                <a:ea typeface="Bell MT"/>
                <a:cs typeface="Bell MT"/>
                <a:sym typeface="Bell MT"/>
              </a:rPr>
              <a:t>Keterampilan    </a:t>
            </a:r>
            <a:endParaRPr/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2800" b="0" i="0">
                <a:solidFill>
                  <a:schemeClr val="dk1"/>
                </a:solidFill>
                <a:latin typeface="Bell MT"/>
                <a:ea typeface="Bell MT"/>
                <a:cs typeface="Bell MT"/>
                <a:sym typeface="Bell MT"/>
              </a:rPr>
              <a:t>	</a:t>
            </a:r>
            <a:endParaRPr/>
          </a:p>
        </p:txBody>
      </p:sp>
      <p:sp>
        <p:nvSpPr>
          <p:cNvPr id="296" name="Google Shape;296;p19"/>
          <p:cNvSpPr txBox="1"/>
          <p:nvPr/>
        </p:nvSpPr>
        <p:spPr>
          <a:xfrm>
            <a:off x="1386735" y="1274995"/>
            <a:ext cx="5556425" cy="3000821"/>
          </a:xfrm>
          <a:prstGeom prst="rect">
            <a:avLst/>
          </a:prstGeom>
          <a:solidFill>
            <a:srgbClr val="F8EFD7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2"/>
                </a:solidFill>
                <a:latin typeface="Bell MT"/>
                <a:ea typeface="Bell MT"/>
                <a:cs typeface="Bell MT"/>
                <a:sym typeface="Bell MT"/>
              </a:rPr>
              <a:t>Ketrampilan Robotika</a:t>
            </a:r>
            <a:endParaRPr sz="2100">
              <a:solidFill>
                <a:schemeClr val="dk2"/>
              </a:solidFill>
              <a:latin typeface="Bell MT"/>
              <a:ea typeface="Bell MT"/>
              <a:cs typeface="Bell MT"/>
              <a:sym typeface="Bell M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2"/>
                </a:solidFill>
                <a:latin typeface="Bell MT"/>
                <a:ea typeface="Bell MT"/>
                <a:cs typeface="Bell MT"/>
                <a:sym typeface="Bell MT"/>
              </a:rPr>
              <a:t>Ketrampilan Pengelolaan Sampah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2"/>
                </a:solidFill>
                <a:latin typeface="Bell MT"/>
                <a:ea typeface="Bell MT"/>
                <a:cs typeface="Bell MT"/>
                <a:sym typeface="Bell MT"/>
              </a:rPr>
              <a:t>Ketrampilan Pertanian Terpadu</a:t>
            </a:r>
            <a:endParaRPr sz="2100">
              <a:solidFill>
                <a:schemeClr val="dk2"/>
              </a:solidFill>
              <a:latin typeface="Bell MT"/>
              <a:ea typeface="Bell MT"/>
              <a:cs typeface="Bell MT"/>
              <a:sym typeface="Bell M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2"/>
                </a:solidFill>
                <a:latin typeface="Bell MT"/>
                <a:ea typeface="Bell MT"/>
                <a:cs typeface="Bell MT"/>
                <a:sym typeface="Bell MT"/>
              </a:rPr>
              <a:t>Ketrampilan Barista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2"/>
                </a:solidFill>
                <a:latin typeface="Bell MT"/>
                <a:ea typeface="Bell MT"/>
                <a:cs typeface="Bell MT"/>
                <a:sym typeface="Bell MT"/>
              </a:rPr>
              <a:t>Ketrampilan Ikan Tangkap</a:t>
            </a:r>
            <a:endParaRPr sz="2100">
              <a:solidFill>
                <a:schemeClr val="dk2"/>
              </a:solidFill>
              <a:latin typeface="Bell MT"/>
              <a:ea typeface="Bell MT"/>
              <a:cs typeface="Bell MT"/>
              <a:sym typeface="Bell M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2"/>
                </a:solidFill>
                <a:latin typeface="Bell MT"/>
                <a:ea typeface="Bell MT"/>
                <a:cs typeface="Bell MT"/>
                <a:sym typeface="Bell MT"/>
              </a:rPr>
              <a:t>Ketrampilan Tata Boga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2"/>
                </a:solidFill>
                <a:latin typeface="Bell MT"/>
                <a:ea typeface="Bell MT"/>
                <a:cs typeface="Bell MT"/>
                <a:sym typeface="Bell MT"/>
              </a:rPr>
              <a:t>Ketrampilan Tata Busana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2"/>
                </a:solidFill>
                <a:latin typeface="Bell MT"/>
                <a:ea typeface="Bell MT"/>
                <a:cs typeface="Bell MT"/>
                <a:sym typeface="Bell MT"/>
              </a:rPr>
              <a:t>Ketrampilan Komputer Aplikasi Perkantoran</a:t>
            </a:r>
            <a:endParaRPr sz="2100">
              <a:solidFill>
                <a:schemeClr val="dk2"/>
              </a:solidFill>
              <a:latin typeface="Bell MT"/>
              <a:ea typeface="Bell MT"/>
              <a:cs typeface="Bell MT"/>
              <a:sym typeface="Bell M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2"/>
                </a:solidFill>
                <a:latin typeface="Bell MT"/>
                <a:ea typeface="Bell MT"/>
                <a:cs typeface="Bell MT"/>
                <a:sym typeface="Bell MT"/>
              </a:rPr>
              <a:t>Ketrampilan Konten Kreator</a:t>
            </a:r>
            <a:endParaRPr sz="2100">
              <a:solidFill>
                <a:schemeClr val="dk2"/>
              </a:solidFill>
              <a:latin typeface="Bell MT"/>
              <a:ea typeface="Bell MT"/>
              <a:cs typeface="Bell MT"/>
              <a:sym typeface="Bel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rganik">
  <a:themeElements>
    <a:clrScheme name="Organik">
      <a:dk1>
        <a:srgbClr val="000000"/>
      </a:dk1>
      <a:lt1>
        <a:srgbClr val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472</Words>
  <Application>Microsoft Office PowerPoint</Application>
  <PresentationFormat>On-screen Show (16:9)</PresentationFormat>
  <Paragraphs>85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Bell MT</vt:lpstr>
      <vt:lpstr>Arial</vt:lpstr>
      <vt:lpstr>Cambria</vt:lpstr>
      <vt:lpstr>Garamond</vt:lpstr>
      <vt:lpstr>Organik</vt:lpstr>
      <vt:lpstr>PowerPoint Presentation</vt:lpstr>
      <vt:lpstr>PowerPoint Presentation</vt:lpstr>
      <vt:lpstr>PowerPoint Presentation</vt:lpstr>
      <vt:lpstr>STRUKTUR KURIKULUM MERDEKA PAKET A</vt:lpstr>
      <vt:lpstr>STRUKTUR KURIKULUM MERDEKA PAKET B</vt:lpstr>
      <vt:lpstr>STRUKTUR KURIKULUM  MERDEKA PAKET 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MM</dc:creator>
  <cp:lastModifiedBy>aelx xban</cp:lastModifiedBy>
  <cp:revision>2</cp:revision>
  <dcterms:modified xsi:type="dcterms:W3CDTF">2026-02-18T05:44:18Z</dcterms:modified>
</cp:coreProperties>
</file>